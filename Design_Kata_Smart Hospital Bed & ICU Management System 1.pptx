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4" r:id="rId4"/>
  </p:sldMasterIdLst>
  <p:notesMasterIdLst>
    <p:notesMasterId r:id="rId13"/>
  </p:notesMasterIdLst>
  <p:handoutMasterIdLst>
    <p:handoutMasterId r:id="rId14"/>
  </p:handoutMasterIdLst>
  <p:sldIdLst>
    <p:sldId id="313" r:id="rId5"/>
    <p:sldId id="267" r:id="rId6"/>
    <p:sldId id="325" r:id="rId7"/>
    <p:sldId id="315" r:id="rId8"/>
    <p:sldId id="258" r:id="rId9"/>
    <p:sldId id="331" r:id="rId10"/>
    <p:sldId id="321" r:id="rId11"/>
    <p:sldId id="32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64"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D8F3"/>
    <a:srgbClr val="C2EB9D"/>
    <a:srgbClr val="49BCCB"/>
    <a:srgbClr val="F15D45"/>
    <a:srgbClr val="222222"/>
    <a:srgbClr val="ABDBDD"/>
    <a:srgbClr val="0066B1"/>
    <a:srgbClr val="F58041"/>
    <a:srgbClr val="0091AC"/>
    <a:srgbClr val="10303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5FE03D-C040-C347-90C0-CC20EF1FC9AD}" v="16" dt="2026-01-29T04:08:46.6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20"/>
    <p:restoredTop sz="94630"/>
  </p:normalViewPr>
  <p:slideViewPr>
    <p:cSldViewPr snapToGrid="0">
      <p:cViewPr varScale="1">
        <p:scale>
          <a:sx n="118" d="100"/>
          <a:sy n="118" d="100"/>
        </p:scale>
        <p:origin x="488" y="192"/>
      </p:cViewPr>
      <p:guideLst>
        <p:guide pos="3864"/>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vaSankar Muthusamy" userId="f0cd304e-8802-4be1-879a-9a29a008425f" providerId="ADAL" clId="{35769B68-E476-529D-8DC6-B4735CB3B09C}"/>
    <pc:docChg chg="undo custSel modSld">
      <pc:chgData name="SivaSankar Muthusamy" userId="f0cd304e-8802-4be1-879a-9a29a008425f" providerId="ADAL" clId="{35769B68-E476-529D-8DC6-B4735CB3B09C}" dt="2026-01-29T04:08:49.320" v="43" actId="20577"/>
      <pc:docMkLst>
        <pc:docMk/>
      </pc:docMkLst>
      <pc:sldChg chg="modSp mod">
        <pc:chgData name="SivaSankar Muthusamy" userId="f0cd304e-8802-4be1-879a-9a29a008425f" providerId="ADAL" clId="{35769B68-E476-529D-8DC6-B4735CB3B09C}" dt="2026-01-29T04:07:07.682" v="25" actId="120"/>
        <pc:sldMkLst>
          <pc:docMk/>
          <pc:sldMk cId="1808101803" sldId="258"/>
        </pc:sldMkLst>
        <pc:spChg chg="mod">
          <ac:chgData name="SivaSankar Muthusamy" userId="f0cd304e-8802-4be1-879a-9a29a008425f" providerId="ADAL" clId="{35769B68-E476-529D-8DC6-B4735CB3B09C}" dt="2026-01-29T04:07:07.682" v="25" actId="120"/>
          <ac:spMkLst>
            <pc:docMk/>
            <pc:sldMk cId="1808101803" sldId="258"/>
            <ac:spMk id="10" creationId="{E1DBDE71-FCE1-F625-3EA0-53A40DCF7282}"/>
          </ac:spMkLst>
        </pc:spChg>
      </pc:sldChg>
      <pc:sldChg chg="addSp delSp modSp mod">
        <pc:chgData name="SivaSankar Muthusamy" userId="f0cd304e-8802-4be1-879a-9a29a008425f" providerId="ADAL" clId="{35769B68-E476-529D-8DC6-B4735CB3B09C}" dt="2026-01-29T04:08:49.320" v="43" actId="20577"/>
        <pc:sldMkLst>
          <pc:docMk/>
          <pc:sldMk cId="2239198136" sldId="331"/>
        </pc:sldMkLst>
        <pc:spChg chg="add">
          <ac:chgData name="SivaSankar Muthusamy" userId="f0cd304e-8802-4be1-879a-9a29a008425f" providerId="ADAL" clId="{35769B68-E476-529D-8DC6-B4735CB3B09C}" dt="2026-01-29T04:08:06.449" v="29"/>
          <ac:spMkLst>
            <pc:docMk/>
            <pc:sldMk cId="2239198136" sldId="331"/>
            <ac:spMk id="2" creationId="{B4DDD44D-4844-EBA6-53C4-C7A3970600B6}"/>
          </ac:spMkLst>
        </pc:spChg>
        <pc:spChg chg="add mod">
          <ac:chgData name="SivaSankar Muthusamy" userId="f0cd304e-8802-4be1-879a-9a29a008425f" providerId="ADAL" clId="{35769B68-E476-529D-8DC6-B4735CB3B09C}" dt="2026-01-29T04:08:13.767" v="35"/>
          <ac:spMkLst>
            <pc:docMk/>
            <pc:sldMk cId="2239198136" sldId="331"/>
            <ac:spMk id="3" creationId="{9E313FCA-431C-FA5B-74A4-D4919F051B79}"/>
          </ac:spMkLst>
        </pc:spChg>
        <pc:spChg chg="add mod">
          <ac:chgData name="SivaSankar Muthusamy" userId="f0cd304e-8802-4be1-879a-9a29a008425f" providerId="ADAL" clId="{35769B68-E476-529D-8DC6-B4735CB3B09C}" dt="2026-01-29T04:08:22.316" v="37"/>
          <ac:spMkLst>
            <pc:docMk/>
            <pc:sldMk cId="2239198136" sldId="331"/>
            <ac:spMk id="4" creationId="{E81AECA1-0056-B5A0-7839-2C40F0BC082F}"/>
          </ac:spMkLst>
        </pc:spChg>
        <pc:spChg chg="add del mod">
          <ac:chgData name="SivaSankar Muthusamy" userId="f0cd304e-8802-4be1-879a-9a29a008425f" providerId="ADAL" clId="{35769B68-E476-529D-8DC6-B4735CB3B09C}" dt="2026-01-29T04:08:49.320" v="43" actId="20577"/>
          <ac:spMkLst>
            <pc:docMk/>
            <pc:sldMk cId="2239198136" sldId="331"/>
            <ac:spMk id="5" creationId="{B896B9D8-8F7D-5808-B364-04A7D88ECCB8}"/>
          </ac:spMkLst>
        </pc:spChg>
        <pc:spChg chg="mod">
          <ac:chgData name="SivaSankar Muthusamy" userId="f0cd304e-8802-4be1-879a-9a29a008425f" providerId="ADAL" clId="{35769B68-E476-529D-8DC6-B4735CB3B09C}" dt="2026-01-29T04:07:46.696" v="28" actId="404"/>
          <ac:spMkLst>
            <pc:docMk/>
            <pc:sldMk cId="2239198136" sldId="331"/>
            <ac:spMk id="10" creationId="{82CB0E5B-4C19-188C-5CD5-F7A5C3A151B9}"/>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1812C9-625E-4000-92BE-42A910CD8280}" type="doc">
      <dgm:prSet loTypeId="urn:microsoft.com/office/officeart/2005/8/layout/vList2" loCatId="list" qsTypeId="urn:microsoft.com/office/officeart/2005/8/quickstyle/simple1" qsCatId="simple" csTypeId="urn:microsoft.com/office/officeart/2005/8/colors/accent2_2" csCatId="accent2" phldr="1"/>
      <dgm:spPr/>
      <dgm:t>
        <a:bodyPr/>
        <a:lstStyle/>
        <a:p>
          <a:endParaRPr lang="en-US"/>
        </a:p>
      </dgm:t>
    </dgm:pt>
    <dgm:pt modelId="{5A5D316E-2441-F441-8443-2F3441DCE2F8}">
      <dgm:prSet custT="1"/>
      <dgm:spPr>
        <a:solidFill>
          <a:srgbClr val="D0D8F3"/>
        </a:solidFill>
      </dgm:spPr>
      <dgm:t>
        <a:bodyPr/>
        <a:lstStyle/>
        <a:p>
          <a:pPr>
            <a:buFont typeface="Arial" panose="020B0604020202020204" pitchFamily="34" charset="0"/>
            <a:buChar char="•"/>
          </a:pPr>
          <a:r>
            <a:rPr lang="en-IN" sz="1600" dirty="0">
              <a:solidFill>
                <a:schemeClr val="tx1"/>
              </a:solidFill>
            </a:rPr>
            <a:t>Hospitals face frequent bed shortages during peak times</a:t>
          </a:r>
        </a:p>
      </dgm:t>
    </dgm:pt>
    <dgm:pt modelId="{298B47B5-6611-8549-B356-4A9889139347}" type="parTrans" cxnId="{347B1D65-D750-8649-8F98-8D8CCCF1EB17}">
      <dgm:prSet/>
      <dgm:spPr/>
      <dgm:t>
        <a:bodyPr/>
        <a:lstStyle/>
        <a:p>
          <a:endParaRPr lang="en-GB" sz="1600">
            <a:solidFill>
              <a:schemeClr val="tx1"/>
            </a:solidFill>
          </a:endParaRPr>
        </a:p>
      </dgm:t>
    </dgm:pt>
    <dgm:pt modelId="{A9A9F45B-77D4-3A42-90FA-B513D653D56E}" type="sibTrans" cxnId="{347B1D65-D750-8649-8F98-8D8CCCF1EB17}">
      <dgm:prSet/>
      <dgm:spPr/>
      <dgm:t>
        <a:bodyPr/>
        <a:lstStyle/>
        <a:p>
          <a:endParaRPr lang="en-GB" sz="1600">
            <a:solidFill>
              <a:schemeClr val="tx1"/>
            </a:solidFill>
          </a:endParaRPr>
        </a:p>
      </dgm:t>
    </dgm:pt>
    <dgm:pt modelId="{533EAFBD-41B1-4D44-A306-C828C728F883}">
      <dgm:prSet custT="1"/>
      <dgm:spPr>
        <a:solidFill>
          <a:srgbClr val="D0D8F3"/>
        </a:solidFill>
      </dgm:spPr>
      <dgm:t>
        <a:bodyPr/>
        <a:lstStyle/>
        <a:p>
          <a:pPr>
            <a:buFont typeface="Arial" panose="020B0604020202020204" pitchFamily="34" charset="0"/>
            <a:buChar char="•"/>
          </a:pPr>
          <a:r>
            <a:rPr lang="en-IN" sz="1600" dirty="0">
              <a:solidFill>
                <a:schemeClr val="tx1"/>
              </a:solidFill>
            </a:rPr>
            <a:t>Manual bed allocation leads to delays and errors</a:t>
          </a:r>
        </a:p>
      </dgm:t>
    </dgm:pt>
    <dgm:pt modelId="{2F9DE2AB-7A20-D344-8166-4522D977CD28}" type="parTrans" cxnId="{5FEE28BB-7584-0F49-AEA1-80DC11F6E002}">
      <dgm:prSet/>
      <dgm:spPr/>
      <dgm:t>
        <a:bodyPr/>
        <a:lstStyle/>
        <a:p>
          <a:endParaRPr lang="en-GB" sz="1600">
            <a:solidFill>
              <a:schemeClr val="tx1"/>
            </a:solidFill>
          </a:endParaRPr>
        </a:p>
      </dgm:t>
    </dgm:pt>
    <dgm:pt modelId="{FC785270-4BFB-C24D-BFC2-41AD4103F6A5}" type="sibTrans" cxnId="{5FEE28BB-7584-0F49-AEA1-80DC11F6E002}">
      <dgm:prSet/>
      <dgm:spPr/>
      <dgm:t>
        <a:bodyPr/>
        <a:lstStyle/>
        <a:p>
          <a:endParaRPr lang="en-GB" sz="1600">
            <a:solidFill>
              <a:schemeClr val="tx1"/>
            </a:solidFill>
          </a:endParaRPr>
        </a:p>
      </dgm:t>
    </dgm:pt>
    <dgm:pt modelId="{2AD766D2-30D7-AF41-B8D8-31E0B9B4D726}">
      <dgm:prSet custT="1"/>
      <dgm:spPr>
        <a:solidFill>
          <a:srgbClr val="D0D8F3"/>
        </a:solidFill>
      </dgm:spPr>
      <dgm:t>
        <a:bodyPr/>
        <a:lstStyle/>
        <a:p>
          <a:pPr>
            <a:buFont typeface="Arial" panose="020B0604020202020204" pitchFamily="34" charset="0"/>
            <a:buChar char="•"/>
          </a:pPr>
          <a:r>
            <a:rPr lang="en-IN" sz="1600" dirty="0">
              <a:solidFill>
                <a:schemeClr val="tx1"/>
              </a:solidFill>
            </a:rPr>
            <a:t>ICU beds need priority handling and real-time monitoring</a:t>
          </a:r>
        </a:p>
      </dgm:t>
    </dgm:pt>
    <dgm:pt modelId="{495A5787-30EC-0049-B43C-E4FA6B4AA4B7}" type="parTrans" cxnId="{1D068582-ACBA-6D43-ACB9-A8C980121E85}">
      <dgm:prSet/>
      <dgm:spPr/>
      <dgm:t>
        <a:bodyPr/>
        <a:lstStyle/>
        <a:p>
          <a:endParaRPr lang="en-GB" sz="1600">
            <a:solidFill>
              <a:schemeClr val="tx1"/>
            </a:solidFill>
          </a:endParaRPr>
        </a:p>
      </dgm:t>
    </dgm:pt>
    <dgm:pt modelId="{E32EBF2D-5602-F642-B816-19A18F516A0A}" type="sibTrans" cxnId="{1D068582-ACBA-6D43-ACB9-A8C980121E85}">
      <dgm:prSet/>
      <dgm:spPr/>
      <dgm:t>
        <a:bodyPr/>
        <a:lstStyle/>
        <a:p>
          <a:endParaRPr lang="en-GB" sz="1600">
            <a:solidFill>
              <a:schemeClr val="tx1"/>
            </a:solidFill>
          </a:endParaRPr>
        </a:p>
      </dgm:t>
    </dgm:pt>
    <dgm:pt modelId="{D292C109-6F43-7845-8CC4-FF6CB46DAB68}">
      <dgm:prSet custT="1"/>
      <dgm:spPr>
        <a:solidFill>
          <a:srgbClr val="D0D8F3"/>
        </a:solidFill>
      </dgm:spPr>
      <dgm:t>
        <a:bodyPr/>
        <a:lstStyle/>
        <a:p>
          <a:pPr>
            <a:buFont typeface="Arial" panose="020B0604020202020204" pitchFamily="34" charset="0"/>
            <a:buChar char="•"/>
          </a:pPr>
          <a:r>
            <a:rPr lang="en-IN" sz="1600" dirty="0">
              <a:solidFill>
                <a:schemeClr val="tx1"/>
              </a:solidFill>
            </a:rPr>
            <a:t>Inter-department coordination is weak</a:t>
          </a:r>
        </a:p>
      </dgm:t>
    </dgm:pt>
    <dgm:pt modelId="{8605B98C-6214-BF43-83FE-7269794C9D36}" type="parTrans" cxnId="{24777005-A96F-714A-923C-416E8C7D6597}">
      <dgm:prSet/>
      <dgm:spPr/>
      <dgm:t>
        <a:bodyPr/>
        <a:lstStyle/>
        <a:p>
          <a:endParaRPr lang="en-GB" sz="1600">
            <a:solidFill>
              <a:schemeClr val="tx1"/>
            </a:solidFill>
          </a:endParaRPr>
        </a:p>
      </dgm:t>
    </dgm:pt>
    <dgm:pt modelId="{5D7B436E-733A-D940-A053-DAFD2CAE17BE}" type="sibTrans" cxnId="{24777005-A96F-714A-923C-416E8C7D6597}">
      <dgm:prSet/>
      <dgm:spPr/>
      <dgm:t>
        <a:bodyPr/>
        <a:lstStyle/>
        <a:p>
          <a:endParaRPr lang="en-GB" sz="1600">
            <a:solidFill>
              <a:schemeClr val="tx1"/>
            </a:solidFill>
          </a:endParaRPr>
        </a:p>
      </dgm:t>
    </dgm:pt>
    <dgm:pt modelId="{A256B7D5-5EE2-074A-9289-6C558A498689}">
      <dgm:prSet custT="1"/>
      <dgm:spPr>
        <a:solidFill>
          <a:srgbClr val="D0D8F3"/>
        </a:solidFill>
      </dgm:spPr>
      <dgm:t>
        <a:bodyPr/>
        <a:lstStyle/>
        <a:p>
          <a:pPr>
            <a:buFont typeface="Arial" panose="020B0604020202020204" pitchFamily="34" charset="0"/>
            <a:buChar char="•"/>
          </a:pPr>
          <a:r>
            <a:rPr lang="en-IN" sz="1600" dirty="0">
              <a:solidFill>
                <a:schemeClr val="tx1"/>
              </a:solidFill>
            </a:rPr>
            <a:t>System downtime can directly impact patient lives </a:t>
          </a:r>
        </a:p>
      </dgm:t>
    </dgm:pt>
    <dgm:pt modelId="{941BC1FD-04DD-8A44-9439-1B0EE7C5CE04}" type="parTrans" cxnId="{74889B82-96DD-B941-B4D2-AEE35B8BCDC7}">
      <dgm:prSet/>
      <dgm:spPr/>
      <dgm:t>
        <a:bodyPr/>
        <a:lstStyle/>
        <a:p>
          <a:endParaRPr lang="en-GB" sz="1600">
            <a:solidFill>
              <a:schemeClr val="tx1"/>
            </a:solidFill>
          </a:endParaRPr>
        </a:p>
      </dgm:t>
    </dgm:pt>
    <dgm:pt modelId="{013833C7-876F-B64D-BBFD-EC7EBF4BCBD3}" type="sibTrans" cxnId="{74889B82-96DD-B941-B4D2-AEE35B8BCDC7}">
      <dgm:prSet/>
      <dgm:spPr/>
      <dgm:t>
        <a:bodyPr/>
        <a:lstStyle/>
        <a:p>
          <a:endParaRPr lang="en-GB" sz="1600">
            <a:solidFill>
              <a:schemeClr val="tx1"/>
            </a:solidFill>
          </a:endParaRPr>
        </a:p>
      </dgm:t>
    </dgm:pt>
    <dgm:pt modelId="{EE10A255-4D55-2745-BA20-F030C2FC52D0}">
      <dgm:prSet custT="1"/>
      <dgm:spPr>
        <a:solidFill>
          <a:srgbClr val="D0D8F3"/>
        </a:solidFill>
      </dgm:spPr>
      <dgm:t>
        <a:bodyPr/>
        <a:lstStyle/>
        <a:p>
          <a:pPr>
            <a:buFont typeface="Arial" panose="020B0604020202020204" pitchFamily="34" charset="0"/>
            <a:buChar char="•"/>
          </a:pPr>
          <a:r>
            <a:rPr lang="en-IN" sz="1600" dirty="0">
              <a:solidFill>
                <a:schemeClr val="tx1"/>
              </a:solidFill>
            </a:rPr>
            <a:t>Bed availability information is often outdated or inconsistent across departments</a:t>
          </a:r>
        </a:p>
      </dgm:t>
    </dgm:pt>
    <dgm:pt modelId="{E5AE13DC-1D11-F345-AFFE-735FDEBA1176}" type="parTrans" cxnId="{6CA54A1B-4721-C94F-B1E9-6A085EBD9CB1}">
      <dgm:prSet/>
      <dgm:spPr/>
      <dgm:t>
        <a:bodyPr/>
        <a:lstStyle/>
        <a:p>
          <a:endParaRPr lang="en-GB" sz="1600">
            <a:solidFill>
              <a:schemeClr val="tx1"/>
            </a:solidFill>
          </a:endParaRPr>
        </a:p>
      </dgm:t>
    </dgm:pt>
    <dgm:pt modelId="{A4669837-DCD8-4B4B-8C5F-FB4B86481542}" type="sibTrans" cxnId="{6CA54A1B-4721-C94F-B1E9-6A085EBD9CB1}">
      <dgm:prSet/>
      <dgm:spPr/>
      <dgm:t>
        <a:bodyPr/>
        <a:lstStyle/>
        <a:p>
          <a:endParaRPr lang="en-GB" sz="1600">
            <a:solidFill>
              <a:schemeClr val="tx1"/>
            </a:solidFill>
          </a:endParaRPr>
        </a:p>
      </dgm:t>
    </dgm:pt>
    <dgm:pt modelId="{1367260C-A1C6-0B4E-9A2B-2F037EA900EF}">
      <dgm:prSet custT="1"/>
      <dgm:spPr>
        <a:solidFill>
          <a:srgbClr val="D0D8F3"/>
        </a:solidFill>
      </dgm:spPr>
      <dgm:t>
        <a:bodyPr/>
        <a:lstStyle/>
        <a:p>
          <a:pPr>
            <a:buFont typeface="Arial" panose="020B0604020202020204" pitchFamily="34" charset="0"/>
            <a:buChar char="•"/>
          </a:pPr>
          <a:r>
            <a:rPr lang="en-IN" sz="1600" dirty="0">
              <a:solidFill>
                <a:schemeClr val="tx1"/>
              </a:solidFill>
            </a:rPr>
            <a:t>Patient admissions, transfers, and discharges are not well synchronized</a:t>
          </a:r>
        </a:p>
      </dgm:t>
    </dgm:pt>
    <dgm:pt modelId="{3B9EF140-B259-E741-8D3C-8B4036BFEC78}" type="parTrans" cxnId="{2F1859A7-810D-C345-BA69-0A83B4B5B32A}">
      <dgm:prSet/>
      <dgm:spPr/>
      <dgm:t>
        <a:bodyPr/>
        <a:lstStyle/>
        <a:p>
          <a:endParaRPr lang="en-GB" sz="1600">
            <a:solidFill>
              <a:schemeClr val="tx1"/>
            </a:solidFill>
          </a:endParaRPr>
        </a:p>
      </dgm:t>
    </dgm:pt>
    <dgm:pt modelId="{868EC26D-9538-1F47-AD43-14C13036E163}" type="sibTrans" cxnId="{2F1859A7-810D-C345-BA69-0A83B4B5B32A}">
      <dgm:prSet/>
      <dgm:spPr/>
      <dgm:t>
        <a:bodyPr/>
        <a:lstStyle/>
        <a:p>
          <a:endParaRPr lang="en-GB" sz="1600">
            <a:solidFill>
              <a:schemeClr val="tx1"/>
            </a:solidFill>
          </a:endParaRPr>
        </a:p>
      </dgm:t>
    </dgm:pt>
    <dgm:pt modelId="{029CE35F-F540-4542-95E1-5326E693EC1C}">
      <dgm:prSet custT="1"/>
      <dgm:spPr>
        <a:solidFill>
          <a:srgbClr val="D0D8F3"/>
        </a:solidFill>
      </dgm:spPr>
      <dgm:t>
        <a:bodyPr/>
        <a:lstStyle/>
        <a:p>
          <a:pPr>
            <a:buFont typeface="Arial" panose="020B0604020202020204" pitchFamily="34" charset="0"/>
            <a:buChar char="•"/>
          </a:pPr>
          <a:r>
            <a:rPr lang="en-IN" sz="1600" dirty="0">
              <a:solidFill>
                <a:schemeClr val="tx1"/>
              </a:solidFill>
            </a:rPr>
            <a:t>Growing patient volumes strain existing hospital infrastructure</a:t>
          </a:r>
        </a:p>
      </dgm:t>
    </dgm:pt>
    <dgm:pt modelId="{3F533861-7838-704E-B200-B7B005C7E0C6}" type="parTrans" cxnId="{6AE0744A-5E40-0644-B86C-BA99C4F632AE}">
      <dgm:prSet/>
      <dgm:spPr/>
      <dgm:t>
        <a:bodyPr/>
        <a:lstStyle/>
        <a:p>
          <a:endParaRPr lang="en-GB" sz="1600">
            <a:solidFill>
              <a:schemeClr val="tx1"/>
            </a:solidFill>
          </a:endParaRPr>
        </a:p>
      </dgm:t>
    </dgm:pt>
    <dgm:pt modelId="{54E50057-FD80-0F4F-92B2-7988D92CFA99}" type="sibTrans" cxnId="{6AE0744A-5E40-0644-B86C-BA99C4F632AE}">
      <dgm:prSet/>
      <dgm:spPr/>
      <dgm:t>
        <a:bodyPr/>
        <a:lstStyle/>
        <a:p>
          <a:endParaRPr lang="en-GB" sz="1600">
            <a:solidFill>
              <a:schemeClr val="tx1"/>
            </a:solidFill>
          </a:endParaRPr>
        </a:p>
      </dgm:t>
    </dgm:pt>
    <dgm:pt modelId="{F84AB389-3374-4A63-832B-A3879EA694C8}" type="pres">
      <dgm:prSet presAssocID="{6A1812C9-625E-4000-92BE-42A910CD8280}" presName="linear" presStyleCnt="0">
        <dgm:presLayoutVars>
          <dgm:animLvl val="lvl"/>
          <dgm:resizeHandles val="exact"/>
        </dgm:presLayoutVars>
      </dgm:prSet>
      <dgm:spPr/>
    </dgm:pt>
    <dgm:pt modelId="{1E9E79A5-2A04-0E44-B002-BF3DAC94CA83}" type="pres">
      <dgm:prSet presAssocID="{5A5D316E-2441-F441-8443-2F3441DCE2F8}" presName="parentText" presStyleLbl="node1" presStyleIdx="0" presStyleCnt="8">
        <dgm:presLayoutVars>
          <dgm:chMax val="0"/>
          <dgm:bulletEnabled val="1"/>
        </dgm:presLayoutVars>
      </dgm:prSet>
      <dgm:spPr/>
    </dgm:pt>
    <dgm:pt modelId="{7B8997B7-0C74-9E45-A389-AF43E2AC18E8}" type="pres">
      <dgm:prSet presAssocID="{A9A9F45B-77D4-3A42-90FA-B513D653D56E}" presName="spacer" presStyleCnt="0"/>
      <dgm:spPr/>
    </dgm:pt>
    <dgm:pt modelId="{D5361D9E-A1A5-A841-AAF2-91152148CEAE}" type="pres">
      <dgm:prSet presAssocID="{533EAFBD-41B1-4D44-A306-C828C728F883}" presName="parentText" presStyleLbl="node1" presStyleIdx="1" presStyleCnt="8">
        <dgm:presLayoutVars>
          <dgm:chMax val="0"/>
          <dgm:bulletEnabled val="1"/>
        </dgm:presLayoutVars>
      </dgm:prSet>
      <dgm:spPr/>
    </dgm:pt>
    <dgm:pt modelId="{7F504C92-BEBE-5040-AF45-F3FF64B8FDA1}" type="pres">
      <dgm:prSet presAssocID="{FC785270-4BFB-C24D-BFC2-41AD4103F6A5}" presName="spacer" presStyleCnt="0"/>
      <dgm:spPr/>
    </dgm:pt>
    <dgm:pt modelId="{E6CB4A94-D654-6141-8EDE-3FD19191F0F7}" type="pres">
      <dgm:prSet presAssocID="{2AD766D2-30D7-AF41-B8D8-31E0B9B4D726}" presName="parentText" presStyleLbl="node1" presStyleIdx="2" presStyleCnt="8">
        <dgm:presLayoutVars>
          <dgm:chMax val="0"/>
          <dgm:bulletEnabled val="1"/>
        </dgm:presLayoutVars>
      </dgm:prSet>
      <dgm:spPr/>
    </dgm:pt>
    <dgm:pt modelId="{D0BD92BC-1D23-164C-8DD8-BFC5155AEF41}" type="pres">
      <dgm:prSet presAssocID="{E32EBF2D-5602-F642-B816-19A18F516A0A}" presName="spacer" presStyleCnt="0"/>
      <dgm:spPr/>
    </dgm:pt>
    <dgm:pt modelId="{FB32F97E-8528-8947-B750-944D3E837E87}" type="pres">
      <dgm:prSet presAssocID="{D292C109-6F43-7845-8CC4-FF6CB46DAB68}" presName="parentText" presStyleLbl="node1" presStyleIdx="3" presStyleCnt="8">
        <dgm:presLayoutVars>
          <dgm:chMax val="0"/>
          <dgm:bulletEnabled val="1"/>
        </dgm:presLayoutVars>
      </dgm:prSet>
      <dgm:spPr/>
    </dgm:pt>
    <dgm:pt modelId="{A95D6B05-D664-7B4D-BF48-83A84C491FFB}" type="pres">
      <dgm:prSet presAssocID="{5D7B436E-733A-D940-A053-DAFD2CAE17BE}" presName="spacer" presStyleCnt="0"/>
      <dgm:spPr/>
    </dgm:pt>
    <dgm:pt modelId="{08E0F380-9059-464A-B8CB-1EADED280D74}" type="pres">
      <dgm:prSet presAssocID="{A256B7D5-5EE2-074A-9289-6C558A498689}" presName="parentText" presStyleLbl="node1" presStyleIdx="4" presStyleCnt="8">
        <dgm:presLayoutVars>
          <dgm:chMax val="0"/>
          <dgm:bulletEnabled val="1"/>
        </dgm:presLayoutVars>
      </dgm:prSet>
      <dgm:spPr/>
    </dgm:pt>
    <dgm:pt modelId="{3CAFD7A0-2614-B942-80B5-8B95C7652983}" type="pres">
      <dgm:prSet presAssocID="{013833C7-876F-B64D-BBFD-EC7EBF4BCBD3}" presName="spacer" presStyleCnt="0"/>
      <dgm:spPr/>
    </dgm:pt>
    <dgm:pt modelId="{232FAA07-BDAF-784E-9C9C-7743613C5B2D}" type="pres">
      <dgm:prSet presAssocID="{EE10A255-4D55-2745-BA20-F030C2FC52D0}" presName="parentText" presStyleLbl="node1" presStyleIdx="5" presStyleCnt="8">
        <dgm:presLayoutVars>
          <dgm:chMax val="0"/>
          <dgm:bulletEnabled val="1"/>
        </dgm:presLayoutVars>
      </dgm:prSet>
      <dgm:spPr/>
    </dgm:pt>
    <dgm:pt modelId="{553880C0-E732-374D-B9AF-64600E5212E2}" type="pres">
      <dgm:prSet presAssocID="{A4669837-DCD8-4B4B-8C5F-FB4B86481542}" presName="spacer" presStyleCnt="0"/>
      <dgm:spPr/>
    </dgm:pt>
    <dgm:pt modelId="{96E4162B-A42F-7645-8415-ADBF707BD8F1}" type="pres">
      <dgm:prSet presAssocID="{1367260C-A1C6-0B4E-9A2B-2F037EA900EF}" presName="parentText" presStyleLbl="node1" presStyleIdx="6" presStyleCnt="8">
        <dgm:presLayoutVars>
          <dgm:chMax val="0"/>
          <dgm:bulletEnabled val="1"/>
        </dgm:presLayoutVars>
      </dgm:prSet>
      <dgm:spPr/>
    </dgm:pt>
    <dgm:pt modelId="{DBBD3AC0-39DC-524B-86F8-BFF615B63D17}" type="pres">
      <dgm:prSet presAssocID="{868EC26D-9538-1F47-AD43-14C13036E163}" presName="spacer" presStyleCnt="0"/>
      <dgm:spPr/>
    </dgm:pt>
    <dgm:pt modelId="{10F74F9F-BE5C-9A4A-A934-98B7269BD542}" type="pres">
      <dgm:prSet presAssocID="{029CE35F-F540-4542-95E1-5326E693EC1C}" presName="parentText" presStyleLbl="node1" presStyleIdx="7" presStyleCnt="8">
        <dgm:presLayoutVars>
          <dgm:chMax val="0"/>
          <dgm:bulletEnabled val="1"/>
        </dgm:presLayoutVars>
      </dgm:prSet>
      <dgm:spPr/>
    </dgm:pt>
  </dgm:ptLst>
  <dgm:cxnLst>
    <dgm:cxn modelId="{F56FD100-BBE8-704D-AE60-FF9135E5B504}" type="presOf" srcId="{D292C109-6F43-7845-8CC4-FF6CB46DAB68}" destId="{FB32F97E-8528-8947-B750-944D3E837E87}" srcOrd="0" destOrd="0" presId="urn:microsoft.com/office/officeart/2005/8/layout/vList2"/>
    <dgm:cxn modelId="{24777005-A96F-714A-923C-416E8C7D6597}" srcId="{6A1812C9-625E-4000-92BE-42A910CD8280}" destId="{D292C109-6F43-7845-8CC4-FF6CB46DAB68}" srcOrd="3" destOrd="0" parTransId="{8605B98C-6214-BF43-83FE-7269794C9D36}" sibTransId="{5D7B436E-733A-D940-A053-DAFD2CAE17BE}"/>
    <dgm:cxn modelId="{75FE5307-1C30-4C4A-8D48-8410AD104B3D}" type="presOf" srcId="{1367260C-A1C6-0B4E-9A2B-2F037EA900EF}" destId="{96E4162B-A42F-7645-8415-ADBF707BD8F1}" srcOrd="0" destOrd="0" presId="urn:microsoft.com/office/officeart/2005/8/layout/vList2"/>
    <dgm:cxn modelId="{6CA54A1B-4721-C94F-B1E9-6A085EBD9CB1}" srcId="{6A1812C9-625E-4000-92BE-42A910CD8280}" destId="{EE10A255-4D55-2745-BA20-F030C2FC52D0}" srcOrd="5" destOrd="0" parTransId="{E5AE13DC-1D11-F345-AFFE-735FDEBA1176}" sibTransId="{A4669837-DCD8-4B4B-8C5F-FB4B86481542}"/>
    <dgm:cxn modelId="{2B2BAA21-BCE1-E74A-BACD-C9EEC63667DF}" type="presOf" srcId="{029CE35F-F540-4542-95E1-5326E693EC1C}" destId="{10F74F9F-BE5C-9A4A-A934-98B7269BD542}" srcOrd="0" destOrd="0" presId="urn:microsoft.com/office/officeart/2005/8/layout/vList2"/>
    <dgm:cxn modelId="{102EBE27-AF31-104D-89A5-928E61DFB473}" type="presOf" srcId="{EE10A255-4D55-2745-BA20-F030C2FC52D0}" destId="{232FAA07-BDAF-784E-9C9C-7743613C5B2D}" srcOrd="0" destOrd="0" presId="urn:microsoft.com/office/officeart/2005/8/layout/vList2"/>
    <dgm:cxn modelId="{6AE0744A-5E40-0644-B86C-BA99C4F632AE}" srcId="{6A1812C9-625E-4000-92BE-42A910CD8280}" destId="{029CE35F-F540-4542-95E1-5326E693EC1C}" srcOrd="7" destOrd="0" parTransId="{3F533861-7838-704E-B200-B7B005C7E0C6}" sibTransId="{54E50057-FD80-0F4F-92B2-7988D92CFA99}"/>
    <dgm:cxn modelId="{34796759-4E6E-FE4B-8E13-11C9A6848612}" type="presOf" srcId="{533EAFBD-41B1-4D44-A306-C828C728F883}" destId="{D5361D9E-A1A5-A841-AAF2-91152148CEAE}" srcOrd="0" destOrd="0" presId="urn:microsoft.com/office/officeart/2005/8/layout/vList2"/>
    <dgm:cxn modelId="{347B1D65-D750-8649-8F98-8D8CCCF1EB17}" srcId="{6A1812C9-625E-4000-92BE-42A910CD8280}" destId="{5A5D316E-2441-F441-8443-2F3441DCE2F8}" srcOrd="0" destOrd="0" parTransId="{298B47B5-6611-8549-B356-4A9889139347}" sibTransId="{A9A9F45B-77D4-3A42-90FA-B513D653D56E}"/>
    <dgm:cxn modelId="{1D068582-ACBA-6D43-ACB9-A8C980121E85}" srcId="{6A1812C9-625E-4000-92BE-42A910CD8280}" destId="{2AD766D2-30D7-AF41-B8D8-31E0B9B4D726}" srcOrd="2" destOrd="0" parTransId="{495A5787-30EC-0049-B43C-E4FA6B4AA4B7}" sibTransId="{E32EBF2D-5602-F642-B816-19A18F516A0A}"/>
    <dgm:cxn modelId="{74889B82-96DD-B941-B4D2-AEE35B8BCDC7}" srcId="{6A1812C9-625E-4000-92BE-42A910CD8280}" destId="{A256B7D5-5EE2-074A-9289-6C558A498689}" srcOrd="4" destOrd="0" parTransId="{941BC1FD-04DD-8A44-9439-1B0EE7C5CE04}" sibTransId="{013833C7-876F-B64D-BBFD-EC7EBF4BCBD3}"/>
    <dgm:cxn modelId="{2F71E394-BEA9-E747-855D-BF069009B835}" type="presOf" srcId="{5A5D316E-2441-F441-8443-2F3441DCE2F8}" destId="{1E9E79A5-2A04-0E44-B002-BF3DAC94CA83}" srcOrd="0" destOrd="0" presId="urn:microsoft.com/office/officeart/2005/8/layout/vList2"/>
    <dgm:cxn modelId="{2F1859A7-810D-C345-BA69-0A83B4B5B32A}" srcId="{6A1812C9-625E-4000-92BE-42A910CD8280}" destId="{1367260C-A1C6-0B4E-9A2B-2F037EA900EF}" srcOrd="6" destOrd="0" parTransId="{3B9EF140-B259-E741-8D3C-8B4036BFEC78}" sibTransId="{868EC26D-9538-1F47-AD43-14C13036E163}"/>
    <dgm:cxn modelId="{5FEE28BB-7584-0F49-AEA1-80DC11F6E002}" srcId="{6A1812C9-625E-4000-92BE-42A910CD8280}" destId="{533EAFBD-41B1-4D44-A306-C828C728F883}" srcOrd="1" destOrd="0" parTransId="{2F9DE2AB-7A20-D344-8166-4522D977CD28}" sibTransId="{FC785270-4BFB-C24D-BFC2-41AD4103F6A5}"/>
    <dgm:cxn modelId="{6B789ED3-A4ED-CD4B-A7DA-B1E85B1DB33C}" type="presOf" srcId="{A256B7D5-5EE2-074A-9289-6C558A498689}" destId="{08E0F380-9059-464A-B8CB-1EADED280D74}" srcOrd="0" destOrd="0" presId="urn:microsoft.com/office/officeart/2005/8/layout/vList2"/>
    <dgm:cxn modelId="{75F3E2D8-C40D-5749-BD94-EEDEC36B1741}" type="presOf" srcId="{2AD766D2-30D7-AF41-B8D8-31E0B9B4D726}" destId="{E6CB4A94-D654-6141-8EDE-3FD19191F0F7}" srcOrd="0" destOrd="0" presId="urn:microsoft.com/office/officeart/2005/8/layout/vList2"/>
    <dgm:cxn modelId="{EDDB50DF-FA87-43E6-A9E8-0D1A052F2F57}" type="presOf" srcId="{6A1812C9-625E-4000-92BE-42A910CD8280}" destId="{F84AB389-3374-4A63-832B-A3879EA694C8}" srcOrd="0" destOrd="0" presId="urn:microsoft.com/office/officeart/2005/8/layout/vList2"/>
    <dgm:cxn modelId="{B48FC544-E5B1-0344-98E7-4E34E5DE0ED5}" type="presParOf" srcId="{F84AB389-3374-4A63-832B-A3879EA694C8}" destId="{1E9E79A5-2A04-0E44-B002-BF3DAC94CA83}" srcOrd="0" destOrd="0" presId="urn:microsoft.com/office/officeart/2005/8/layout/vList2"/>
    <dgm:cxn modelId="{87080626-FA17-BE40-AA3A-C73FF4135A00}" type="presParOf" srcId="{F84AB389-3374-4A63-832B-A3879EA694C8}" destId="{7B8997B7-0C74-9E45-A389-AF43E2AC18E8}" srcOrd="1" destOrd="0" presId="urn:microsoft.com/office/officeart/2005/8/layout/vList2"/>
    <dgm:cxn modelId="{23999CFB-1FBC-494C-8207-796D600A2B90}" type="presParOf" srcId="{F84AB389-3374-4A63-832B-A3879EA694C8}" destId="{D5361D9E-A1A5-A841-AAF2-91152148CEAE}" srcOrd="2" destOrd="0" presId="urn:microsoft.com/office/officeart/2005/8/layout/vList2"/>
    <dgm:cxn modelId="{9131FD88-EEFF-7C46-A418-27EF62E9D13C}" type="presParOf" srcId="{F84AB389-3374-4A63-832B-A3879EA694C8}" destId="{7F504C92-BEBE-5040-AF45-F3FF64B8FDA1}" srcOrd="3" destOrd="0" presId="urn:microsoft.com/office/officeart/2005/8/layout/vList2"/>
    <dgm:cxn modelId="{76C5B579-616D-704B-8952-26E09DC9D668}" type="presParOf" srcId="{F84AB389-3374-4A63-832B-A3879EA694C8}" destId="{E6CB4A94-D654-6141-8EDE-3FD19191F0F7}" srcOrd="4" destOrd="0" presId="urn:microsoft.com/office/officeart/2005/8/layout/vList2"/>
    <dgm:cxn modelId="{B210241C-B836-5946-834B-0A0294B96D2F}" type="presParOf" srcId="{F84AB389-3374-4A63-832B-A3879EA694C8}" destId="{D0BD92BC-1D23-164C-8DD8-BFC5155AEF41}" srcOrd="5" destOrd="0" presId="urn:microsoft.com/office/officeart/2005/8/layout/vList2"/>
    <dgm:cxn modelId="{B26D88A5-D9DB-9742-8345-DB2E1C0E94EB}" type="presParOf" srcId="{F84AB389-3374-4A63-832B-A3879EA694C8}" destId="{FB32F97E-8528-8947-B750-944D3E837E87}" srcOrd="6" destOrd="0" presId="urn:microsoft.com/office/officeart/2005/8/layout/vList2"/>
    <dgm:cxn modelId="{BBD76C2B-6467-9E4E-AFFC-55E1688C48E1}" type="presParOf" srcId="{F84AB389-3374-4A63-832B-A3879EA694C8}" destId="{A95D6B05-D664-7B4D-BF48-83A84C491FFB}" srcOrd="7" destOrd="0" presId="urn:microsoft.com/office/officeart/2005/8/layout/vList2"/>
    <dgm:cxn modelId="{29170444-28FE-8947-9D30-7C8C9B3DCA2B}" type="presParOf" srcId="{F84AB389-3374-4A63-832B-A3879EA694C8}" destId="{08E0F380-9059-464A-B8CB-1EADED280D74}" srcOrd="8" destOrd="0" presId="urn:microsoft.com/office/officeart/2005/8/layout/vList2"/>
    <dgm:cxn modelId="{9F658CE1-F4A3-FB46-A227-5F65FB744BF3}" type="presParOf" srcId="{F84AB389-3374-4A63-832B-A3879EA694C8}" destId="{3CAFD7A0-2614-B942-80B5-8B95C7652983}" srcOrd="9" destOrd="0" presId="urn:microsoft.com/office/officeart/2005/8/layout/vList2"/>
    <dgm:cxn modelId="{9B2940A5-C5F5-2548-8C77-9839B75E6E71}" type="presParOf" srcId="{F84AB389-3374-4A63-832B-A3879EA694C8}" destId="{232FAA07-BDAF-784E-9C9C-7743613C5B2D}" srcOrd="10" destOrd="0" presId="urn:microsoft.com/office/officeart/2005/8/layout/vList2"/>
    <dgm:cxn modelId="{F1FC1A3A-AFFB-8143-9392-D8197D4DC600}" type="presParOf" srcId="{F84AB389-3374-4A63-832B-A3879EA694C8}" destId="{553880C0-E732-374D-B9AF-64600E5212E2}" srcOrd="11" destOrd="0" presId="urn:microsoft.com/office/officeart/2005/8/layout/vList2"/>
    <dgm:cxn modelId="{2FC715E0-FF4C-0F41-B2D8-5A02BCC7262F}" type="presParOf" srcId="{F84AB389-3374-4A63-832B-A3879EA694C8}" destId="{96E4162B-A42F-7645-8415-ADBF707BD8F1}" srcOrd="12" destOrd="0" presId="urn:microsoft.com/office/officeart/2005/8/layout/vList2"/>
    <dgm:cxn modelId="{5D734CAF-9624-5E41-90AA-D67547BFC8E7}" type="presParOf" srcId="{F84AB389-3374-4A63-832B-A3879EA694C8}" destId="{DBBD3AC0-39DC-524B-86F8-BFF615B63D17}" srcOrd="13" destOrd="0" presId="urn:microsoft.com/office/officeart/2005/8/layout/vList2"/>
    <dgm:cxn modelId="{195B45F9-F343-ED4A-8FAB-262348ED326D}" type="presParOf" srcId="{F84AB389-3374-4A63-832B-A3879EA694C8}" destId="{10F74F9F-BE5C-9A4A-A934-98B7269BD542}" srcOrd="14" destOrd="0" presId="urn:microsoft.com/office/officeart/2005/8/layout/vList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9E79A5-2A04-0E44-B002-BF3DAC94CA83}">
      <dsp:nvSpPr>
        <dsp:cNvPr id="0" name=""/>
        <dsp:cNvSpPr/>
      </dsp:nvSpPr>
      <dsp:spPr>
        <a:xfrm>
          <a:off x="0" y="18405"/>
          <a:ext cx="5824331" cy="631799"/>
        </a:xfrm>
        <a:prstGeom prst="roundRect">
          <a:avLst/>
        </a:prstGeom>
        <a:solidFill>
          <a:srgbClr val="D0D8F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IN" sz="1600" kern="1200" dirty="0">
              <a:solidFill>
                <a:schemeClr val="tx1"/>
              </a:solidFill>
            </a:rPr>
            <a:t>Hospitals face frequent bed shortages during peak times</a:t>
          </a:r>
        </a:p>
      </dsp:txBody>
      <dsp:txXfrm>
        <a:off x="30842" y="49247"/>
        <a:ext cx="5762647" cy="570115"/>
      </dsp:txXfrm>
    </dsp:sp>
    <dsp:sp modelId="{D5361D9E-A1A5-A841-AAF2-91152148CEAE}">
      <dsp:nvSpPr>
        <dsp:cNvPr id="0" name=""/>
        <dsp:cNvSpPr/>
      </dsp:nvSpPr>
      <dsp:spPr>
        <a:xfrm>
          <a:off x="0" y="719325"/>
          <a:ext cx="5824331" cy="631799"/>
        </a:xfrm>
        <a:prstGeom prst="roundRect">
          <a:avLst/>
        </a:prstGeom>
        <a:solidFill>
          <a:srgbClr val="D0D8F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IN" sz="1600" kern="1200" dirty="0">
              <a:solidFill>
                <a:schemeClr val="tx1"/>
              </a:solidFill>
            </a:rPr>
            <a:t>Manual bed allocation leads to delays and errors</a:t>
          </a:r>
        </a:p>
      </dsp:txBody>
      <dsp:txXfrm>
        <a:off x="30842" y="750167"/>
        <a:ext cx="5762647" cy="570115"/>
      </dsp:txXfrm>
    </dsp:sp>
    <dsp:sp modelId="{E6CB4A94-D654-6141-8EDE-3FD19191F0F7}">
      <dsp:nvSpPr>
        <dsp:cNvPr id="0" name=""/>
        <dsp:cNvSpPr/>
      </dsp:nvSpPr>
      <dsp:spPr>
        <a:xfrm>
          <a:off x="0" y="1420245"/>
          <a:ext cx="5824331" cy="631799"/>
        </a:xfrm>
        <a:prstGeom prst="roundRect">
          <a:avLst/>
        </a:prstGeom>
        <a:solidFill>
          <a:srgbClr val="D0D8F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IN" sz="1600" kern="1200" dirty="0">
              <a:solidFill>
                <a:schemeClr val="tx1"/>
              </a:solidFill>
            </a:rPr>
            <a:t>ICU beds need priority handling and real-time monitoring</a:t>
          </a:r>
        </a:p>
      </dsp:txBody>
      <dsp:txXfrm>
        <a:off x="30842" y="1451087"/>
        <a:ext cx="5762647" cy="570115"/>
      </dsp:txXfrm>
    </dsp:sp>
    <dsp:sp modelId="{FB32F97E-8528-8947-B750-944D3E837E87}">
      <dsp:nvSpPr>
        <dsp:cNvPr id="0" name=""/>
        <dsp:cNvSpPr/>
      </dsp:nvSpPr>
      <dsp:spPr>
        <a:xfrm>
          <a:off x="0" y="2121165"/>
          <a:ext cx="5824331" cy="631799"/>
        </a:xfrm>
        <a:prstGeom prst="roundRect">
          <a:avLst/>
        </a:prstGeom>
        <a:solidFill>
          <a:srgbClr val="D0D8F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IN" sz="1600" kern="1200" dirty="0">
              <a:solidFill>
                <a:schemeClr val="tx1"/>
              </a:solidFill>
            </a:rPr>
            <a:t>Inter-department coordination is weak</a:t>
          </a:r>
        </a:p>
      </dsp:txBody>
      <dsp:txXfrm>
        <a:off x="30842" y="2152007"/>
        <a:ext cx="5762647" cy="570115"/>
      </dsp:txXfrm>
    </dsp:sp>
    <dsp:sp modelId="{08E0F380-9059-464A-B8CB-1EADED280D74}">
      <dsp:nvSpPr>
        <dsp:cNvPr id="0" name=""/>
        <dsp:cNvSpPr/>
      </dsp:nvSpPr>
      <dsp:spPr>
        <a:xfrm>
          <a:off x="0" y="2822085"/>
          <a:ext cx="5824331" cy="631799"/>
        </a:xfrm>
        <a:prstGeom prst="roundRect">
          <a:avLst/>
        </a:prstGeom>
        <a:solidFill>
          <a:srgbClr val="D0D8F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IN" sz="1600" kern="1200" dirty="0">
              <a:solidFill>
                <a:schemeClr val="tx1"/>
              </a:solidFill>
            </a:rPr>
            <a:t>System downtime can directly impact patient lives </a:t>
          </a:r>
        </a:p>
      </dsp:txBody>
      <dsp:txXfrm>
        <a:off x="30842" y="2852927"/>
        <a:ext cx="5762647" cy="570115"/>
      </dsp:txXfrm>
    </dsp:sp>
    <dsp:sp modelId="{232FAA07-BDAF-784E-9C9C-7743613C5B2D}">
      <dsp:nvSpPr>
        <dsp:cNvPr id="0" name=""/>
        <dsp:cNvSpPr/>
      </dsp:nvSpPr>
      <dsp:spPr>
        <a:xfrm>
          <a:off x="0" y="3523005"/>
          <a:ext cx="5824331" cy="631799"/>
        </a:xfrm>
        <a:prstGeom prst="roundRect">
          <a:avLst/>
        </a:prstGeom>
        <a:solidFill>
          <a:srgbClr val="D0D8F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IN" sz="1600" kern="1200" dirty="0">
              <a:solidFill>
                <a:schemeClr val="tx1"/>
              </a:solidFill>
            </a:rPr>
            <a:t>Bed availability information is often outdated or inconsistent across departments</a:t>
          </a:r>
        </a:p>
      </dsp:txBody>
      <dsp:txXfrm>
        <a:off x="30842" y="3553847"/>
        <a:ext cx="5762647" cy="570115"/>
      </dsp:txXfrm>
    </dsp:sp>
    <dsp:sp modelId="{96E4162B-A42F-7645-8415-ADBF707BD8F1}">
      <dsp:nvSpPr>
        <dsp:cNvPr id="0" name=""/>
        <dsp:cNvSpPr/>
      </dsp:nvSpPr>
      <dsp:spPr>
        <a:xfrm>
          <a:off x="0" y="4223925"/>
          <a:ext cx="5824331" cy="631799"/>
        </a:xfrm>
        <a:prstGeom prst="roundRect">
          <a:avLst/>
        </a:prstGeom>
        <a:solidFill>
          <a:srgbClr val="D0D8F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IN" sz="1600" kern="1200" dirty="0">
              <a:solidFill>
                <a:schemeClr val="tx1"/>
              </a:solidFill>
            </a:rPr>
            <a:t>Patient admissions, transfers, and discharges are not well synchronized</a:t>
          </a:r>
        </a:p>
      </dsp:txBody>
      <dsp:txXfrm>
        <a:off x="30842" y="4254767"/>
        <a:ext cx="5762647" cy="570115"/>
      </dsp:txXfrm>
    </dsp:sp>
    <dsp:sp modelId="{10F74F9F-BE5C-9A4A-A934-98B7269BD542}">
      <dsp:nvSpPr>
        <dsp:cNvPr id="0" name=""/>
        <dsp:cNvSpPr/>
      </dsp:nvSpPr>
      <dsp:spPr>
        <a:xfrm>
          <a:off x="0" y="4924845"/>
          <a:ext cx="5824331" cy="631799"/>
        </a:xfrm>
        <a:prstGeom prst="roundRect">
          <a:avLst/>
        </a:prstGeom>
        <a:solidFill>
          <a:srgbClr val="D0D8F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IN" sz="1600" kern="1200" dirty="0">
              <a:solidFill>
                <a:schemeClr val="tx1"/>
              </a:solidFill>
            </a:rPr>
            <a:t>Growing patient volumes strain existing hospital infrastructure</a:t>
          </a:r>
        </a:p>
      </dsp:txBody>
      <dsp:txXfrm>
        <a:off x="30842" y="4955687"/>
        <a:ext cx="5762647" cy="57011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10AE391-5090-4A20-BB83-AE7944D757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7E0C791-4472-47EB-A5D1-40410E86099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483E989-3A32-4871-848D-A577D002F4D8}" type="datetimeFigureOut">
              <a:rPr lang="en-US" smtClean="0"/>
              <a:t>1/29/26</a:t>
            </a:fld>
            <a:endParaRPr lang="en-US"/>
          </a:p>
        </p:txBody>
      </p:sp>
      <p:sp>
        <p:nvSpPr>
          <p:cNvPr id="4" name="Footer Placeholder 3">
            <a:extLst>
              <a:ext uri="{FF2B5EF4-FFF2-40B4-BE49-F238E27FC236}">
                <a16:creationId xmlns:a16="http://schemas.microsoft.com/office/drawing/2014/main" id="{24289C3D-9323-4256-B98A-37D9853EA95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F71EE58-95EA-4121-8D8F-D9BF9D78CF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AC666C-E93D-47E9-A306-F95DA55A0DBF}" type="slidenum">
              <a:rPr lang="en-US" smtClean="0"/>
              <a:t>‹#›</a:t>
            </a:fld>
            <a:endParaRPr lang="en-US"/>
          </a:p>
        </p:txBody>
      </p:sp>
    </p:spTree>
    <p:extLst>
      <p:ext uri="{BB962C8B-B14F-4D97-AF65-F5344CB8AC3E}">
        <p14:creationId xmlns:p14="http://schemas.microsoft.com/office/powerpoint/2010/main" val="51749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980DEF-0AD7-4BDB-840C-61DE4010FC3D}" type="datetimeFigureOut">
              <a:rPr lang="en-US" smtClean="0"/>
              <a:t>1/29/26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68A001-691D-41D9-91DC-B9507CB04C79}" type="slidenum">
              <a:rPr lang="en-US" smtClean="0"/>
              <a:t>‹#›</a:t>
            </a:fld>
            <a:endParaRPr lang="en-US"/>
          </a:p>
        </p:txBody>
      </p:sp>
    </p:spTree>
    <p:extLst>
      <p:ext uri="{BB962C8B-B14F-4D97-AF65-F5344CB8AC3E}">
        <p14:creationId xmlns:p14="http://schemas.microsoft.com/office/powerpoint/2010/main" val="2206416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fontAlgn="base">
              <a:spcBef>
                <a:spcPts val="0"/>
              </a:spcBef>
              <a:spcAft>
                <a:spcPts val="0"/>
              </a:spcAft>
              <a:buSzPts val="1000"/>
              <a:buFont typeface="Symbol" panose="05050102010706020507" pitchFamily="18" charset="2"/>
              <a:buNone/>
              <a:tabLst>
                <a:tab pos="457200" algn="l"/>
              </a:tabLst>
            </a:pPr>
            <a:r>
              <a:rPr lang="en-US" sz="1800">
                <a:solidFill>
                  <a:schemeClr val="bg1"/>
                </a:solidFill>
                <a:ea typeface="Times New Roman" panose="02020603050405020304" pitchFamily="18" charset="0"/>
              </a:rPr>
              <a:t>Answers to Potential Questions:</a:t>
            </a:r>
          </a:p>
          <a:p>
            <a:pPr marL="0" marR="0" lvl="0" indent="0" algn="just" fontAlgn="base">
              <a:spcBef>
                <a:spcPts val="0"/>
              </a:spcBef>
              <a:spcAft>
                <a:spcPts val="0"/>
              </a:spcAft>
              <a:buSzPts val="1000"/>
              <a:buFont typeface="Symbol" panose="05050102010706020507" pitchFamily="18" charset="2"/>
              <a:buNone/>
              <a:tabLst>
                <a:tab pos="457200" algn="l"/>
              </a:tabLst>
            </a:pPr>
            <a:endParaRPr lang="en-US" sz="2000">
              <a:solidFill>
                <a:schemeClr val="bg1"/>
              </a:solidFill>
              <a:effectLst/>
              <a:ea typeface="Times New Roman" panose="02020603050405020304" pitchFamily="18" charset="0"/>
            </a:endParaRPr>
          </a:p>
          <a:p>
            <a:r>
              <a:rPr lang="en-IN"/>
              <a:t>While we encourage the participants to think in NFRs. The relevant NFRs are:</a:t>
            </a:r>
          </a:p>
          <a:p>
            <a:r>
              <a:rPr lang="en-IN"/>
              <a:t>Configurability</a:t>
            </a:r>
          </a:p>
          <a:p>
            <a:r>
              <a:rPr lang="en-IN"/>
              <a:t>Maintainability</a:t>
            </a:r>
          </a:p>
          <a:p>
            <a:r>
              <a:rPr lang="en-IN"/>
              <a:t>Security – Needed – OAuth based but not be focused on.</a:t>
            </a:r>
          </a:p>
          <a:p>
            <a:endParaRPr lang="en-IN"/>
          </a:p>
          <a:p>
            <a:r>
              <a:rPr lang="en-IN"/>
              <a:t>Out of Scope:</a:t>
            </a:r>
          </a:p>
          <a:p>
            <a:r>
              <a:rPr lang="en-IN"/>
              <a:t>High Scalability – Given the simple use case it won’t be needed</a:t>
            </a:r>
          </a:p>
          <a:p>
            <a:r>
              <a:rPr lang="en-IN"/>
              <a:t>Microservices – Not needed.</a:t>
            </a:r>
          </a:p>
          <a:p>
            <a:endParaRPr lang="en-IN"/>
          </a:p>
          <a:p>
            <a:endParaRPr lang="en-IN"/>
          </a:p>
        </p:txBody>
      </p:sp>
      <p:sp>
        <p:nvSpPr>
          <p:cNvPr id="4" name="Slide Number Placeholder 3"/>
          <p:cNvSpPr>
            <a:spLocks noGrp="1"/>
          </p:cNvSpPr>
          <p:nvPr>
            <p:ph type="sldNum" sz="quarter" idx="5"/>
          </p:nvPr>
        </p:nvSpPr>
        <p:spPr/>
        <p:txBody>
          <a:bodyPr/>
          <a:lstStyle/>
          <a:p>
            <a:fld id="{3F68A001-691D-41D9-91DC-B9507CB04C79}" type="slidenum">
              <a:rPr lang="en-US" smtClean="0"/>
              <a:t>5</a:t>
            </a:fld>
            <a:endParaRPr lang="en-US"/>
          </a:p>
        </p:txBody>
      </p:sp>
    </p:spTree>
    <p:extLst>
      <p:ext uri="{BB962C8B-B14F-4D97-AF65-F5344CB8AC3E}">
        <p14:creationId xmlns:p14="http://schemas.microsoft.com/office/powerpoint/2010/main" val="38245844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48273-E063-469C-C56D-DDA7956009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C8EB2E-E98F-EECB-122A-63D3A9EA12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169EE7-2939-6045-D5A3-460EBE261737}"/>
              </a:ext>
            </a:extLst>
          </p:cNvPr>
          <p:cNvSpPr>
            <a:spLocks noGrp="1"/>
          </p:cNvSpPr>
          <p:nvPr>
            <p:ph type="body" idx="1"/>
          </p:nvPr>
        </p:nvSpPr>
        <p:spPr/>
        <p:txBody>
          <a:bodyPr/>
          <a:lstStyle/>
          <a:p>
            <a:pPr marL="0" marR="0" lvl="0" indent="0" algn="just" fontAlgn="base">
              <a:spcBef>
                <a:spcPts val="0"/>
              </a:spcBef>
              <a:spcAft>
                <a:spcPts val="0"/>
              </a:spcAft>
              <a:buSzPts val="1000"/>
              <a:buFont typeface="Symbol" panose="05050102010706020507" pitchFamily="18" charset="2"/>
              <a:buNone/>
              <a:tabLst>
                <a:tab pos="457200" algn="l"/>
              </a:tabLst>
            </a:pPr>
            <a:r>
              <a:rPr lang="en-US" sz="1800">
                <a:solidFill>
                  <a:schemeClr val="bg1"/>
                </a:solidFill>
                <a:ea typeface="Times New Roman" panose="02020603050405020304" pitchFamily="18" charset="0"/>
              </a:rPr>
              <a:t>Answers to Potential Questions:</a:t>
            </a:r>
          </a:p>
          <a:p>
            <a:pPr marL="0" marR="0" lvl="0" indent="0" algn="just" fontAlgn="base">
              <a:spcBef>
                <a:spcPts val="0"/>
              </a:spcBef>
              <a:spcAft>
                <a:spcPts val="0"/>
              </a:spcAft>
              <a:buSzPts val="1000"/>
              <a:buFont typeface="Symbol" panose="05050102010706020507" pitchFamily="18" charset="2"/>
              <a:buNone/>
              <a:tabLst>
                <a:tab pos="457200" algn="l"/>
              </a:tabLst>
            </a:pPr>
            <a:endParaRPr lang="en-US" sz="2000">
              <a:solidFill>
                <a:schemeClr val="bg1"/>
              </a:solidFill>
              <a:effectLst/>
              <a:ea typeface="Times New Roman" panose="02020603050405020304" pitchFamily="18" charset="0"/>
            </a:endParaRPr>
          </a:p>
          <a:p>
            <a:r>
              <a:rPr lang="en-IN"/>
              <a:t>While we encourage the participants to think in NFRs. The relevant NFRs are:</a:t>
            </a:r>
          </a:p>
          <a:p>
            <a:r>
              <a:rPr lang="en-IN"/>
              <a:t>Configurability</a:t>
            </a:r>
          </a:p>
          <a:p>
            <a:r>
              <a:rPr lang="en-IN"/>
              <a:t>Maintainability</a:t>
            </a:r>
          </a:p>
          <a:p>
            <a:r>
              <a:rPr lang="en-IN"/>
              <a:t>Security – Needed – OAuth based but not be focused on.</a:t>
            </a:r>
          </a:p>
          <a:p>
            <a:endParaRPr lang="en-IN"/>
          </a:p>
          <a:p>
            <a:r>
              <a:rPr lang="en-IN"/>
              <a:t>Out of Scope:</a:t>
            </a:r>
          </a:p>
          <a:p>
            <a:r>
              <a:rPr lang="en-IN"/>
              <a:t>High Scalability – Given the simple use case it won’t be needed</a:t>
            </a:r>
          </a:p>
          <a:p>
            <a:r>
              <a:rPr lang="en-IN"/>
              <a:t>Microservices – Not needed.</a:t>
            </a:r>
          </a:p>
          <a:p>
            <a:endParaRPr lang="en-IN"/>
          </a:p>
          <a:p>
            <a:endParaRPr lang="en-IN"/>
          </a:p>
        </p:txBody>
      </p:sp>
      <p:sp>
        <p:nvSpPr>
          <p:cNvPr id="4" name="Slide Number Placeholder 3">
            <a:extLst>
              <a:ext uri="{FF2B5EF4-FFF2-40B4-BE49-F238E27FC236}">
                <a16:creationId xmlns:a16="http://schemas.microsoft.com/office/drawing/2014/main" id="{D4655B05-A14A-7898-9F8B-F3B2BD98298E}"/>
              </a:ext>
            </a:extLst>
          </p:cNvPr>
          <p:cNvSpPr>
            <a:spLocks noGrp="1"/>
          </p:cNvSpPr>
          <p:nvPr>
            <p:ph type="sldNum" sz="quarter" idx="5"/>
          </p:nvPr>
        </p:nvSpPr>
        <p:spPr/>
        <p:txBody>
          <a:bodyPr/>
          <a:lstStyle/>
          <a:p>
            <a:fld id="{3F68A001-691D-41D9-91DC-B9507CB04C79}" type="slidenum">
              <a:rPr lang="en-US" smtClean="0"/>
              <a:t>6</a:t>
            </a:fld>
            <a:endParaRPr lang="en-US"/>
          </a:p>
        </p:txBody>
      </p:sp>
    </p:spTree>
    <p:extLst>
      <p:ext uri="{BB962C8B-B14F-4D97-AF65-F5344CB8AC3E}">
        <p14:creationId xmlns:p14="http://schemas.microsoft.com/office/powerpoint/2010/main" val="20769697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18.png"/><Relationship Id="rId11" Type="http://schemas.openxmlformats.org/officeDocument/2006/relationships/image" Target="../media/image23.svg"/><Relationship Id="rId5" Type="http://schemas.openxmlformats.org/officeDocument/2006/relationships/image" Target="../media/image17.sv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svg"/></Relationships>
</file>

<file path=ppt/slideLayouts/_rels/slideLayout40.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svg"/><Relationship Id="rId3" Type="http://schemas.openxmlformats.org/officeDocument/2006/relationships/image" Target="../media/image15.svg"/><Relationship Id="rId7" Type="http://schemas.openxmlformats.org/officeDocument/2006/relationships/image" Target="../media/image19.svg"/><Relationship Id="rId12" Type="http://schemas.openxmlformats.org/officeDocument/2006/relationships/image" Target="../media/image24.pn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18.png"/><Relationship Id="rId11" Type="http://schemas.openxmlformats.org/officeDocument/2006/relationships/image" Target="../media/image23.svg"/><Relationship Id="rId5" Type="http://schemas.openxmlformats.org/officeDocument/2006/relationships/image" Target="../media/image17.sv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1.xml"/><Relationship Id="rId4" Type="http://schemas.openxmlformats.org/officeDocument/2006/relationships/hyperlink" Target="https://epa.ms/stories" TargetMode="Externa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Blac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39377C-8642-441F-BDC6-500DB01AD362}"/>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468775" y="4663440"/>
            <a:ext cx="6489700" cy="369332"/>
          </a:xfrm>
          <a:prstGeom prst="rect">
            <a:avLst/>
          </a:prstGeom>
        </p:spPr>
        <p:txBody>
          <a:bodyPr>
            <a:spAutoFit/>
          </a:bodyPr>
          <a:lstStyle>
            <a:lvl1pPr>
              <a:lnSpc>
                <a:spcPct val="100000"/>
              </a:lnSpc>
              <a:spcBef>
                <a:spcPts val="0"/>
              </a:spcBef>
              <a:defRPr sz="24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468775" y="5245390"/>
            <a:ext cx="6489700" cy="215444"/>
          </a:xfrm>
          <a:prstGeom prst="rect">
            <a:avLst/>
          </a:prstGeom>
        </p:spPr>
        <p:txBody>
          <a:bodyPr>
            <a:spAutoFit/>
          </a:bodyPr>
          <a:lstStyle>
            <a:lvl1pPr>
              <a:lnSpc>
                <a:spcPct val="100000"/>
              </a:lnSpc>
              <a:spcBef>
                <a:spcPts val="0"/>
              </a:spcBef>
              <a:defRPr sz="1400" spc="300">
                <a:solidFill>
                  <a:schemeClr val="bg2"/>
                </a:solidFill>
              </a:defRPr>
            </a:lvl1pPr>
            <a:lvl2pPr>
              <a:buNone/>
              <a:defRPr/>
            </a:lvl2pPr>
          </a:lstStyle>
          <a:p>
            <a:pPr lvl="0"/>
            <a:r>
              <a:rPr lang="en-US">
                <a:effectLst/>
              </a:rPr>
              <a:t>23 OCTOBER 2020</a:t>
            </a:r>
            <a:endParaRPr lang="en-US"/>
          </a:p>
        </p:txBody>
      </p:sp>
      <p:pic>
        <p:nvPicPr>
          <p:cNvPr id="2" name="Graphic 1">
            <a:extLst>
              <a:ext uri="{FF2B5EF4-FFF2-40B4-BE49-F238E27FC236}">
                <a16:creationId xmlns:a16="http://schemas.microsoft.com/office/drawing/2014/main" id="{3421FFBE-FD73-4914-B88C-A205297E29C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8776" y="610099"/>
            <a:ext cx="1070464" cy="377256"/>
          </a:xfrm>
          <a:prstGeom prst="rect">
            <a:avLst/>
          </a:prstGeom>
        </p:spPr>
      </p:pic>
      <p:sp>
        <p:nvSpPr>
          <p:cNvPr id="3" name="Title 2">
            <a:extLst>
              <a:ext uri="{FF2B5EF4-FFF2-40B4-BE49-F238E27FC236}">
                <a16:creationId xmlns:a16="http://schemas.microsoft.com/office/drawing/2014/main" id="{81FA7817-3B6C-3F4A-B7B9-1C24248B02A6}"/>
              </a:ext>
            </a:extLst>
          </p:cNvPr>
          <p:cNvSpPr>
            <a:spLocks noGrp="1"/>
          </p:cNvSpPr>
          <p:nvPr>
            <p:ph type="title"/>
          </p:nvPr>
        </p:nvSpPr>
        <p:spPr>
          <a:xfrm>
            <a:off x="466165" y="1965960"/>
            <a:ext cx="5764213" cy="1846659"/>
          </a:xfrm>
        </p:spPr>
        <p:txBody>
          <a:bodyPr vert="horz" wrap="square" lIns="0" tIns="0" rIns="0" bIns="0" rtlCol="0">
            <a:spAutoFit/>
          </a:bodyPr>
          <a:lstStyle>
            <a:lvl1pPr>
              <a:defRPr lang="en-US" sz="6000" b="0" dirty="0">
                <a:solidFill>
                  <a:schemeClr val="bg1"/>
                </a:solidFill>
                <a:latin typeface="Calibri Light" panose="020F0302020204030204" pitchFamily="34" charset="0"/>
                <a:cs typeface="Calibri Light" panose="020F0302020204030204" pitchFamily="34" charset="0"/>
              </a:defRPr>
            </a:lvl1pPr>
          </a:lstStyle>
          <a:p>
            <a:pPr marL="0" lvl="0" indent="0">
              <a:spcBef>
                <a:spcPts val="0"/>
              </a:spcBef>
              <a:spcAft>
                <a:spcPts val="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106885853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39377C-8642-441F-BDC6-500DB01AD362}"/>
              </a:ext>
            </a:extLst>
          </p:cNvPr>
          <p:cNvSpPr/>
          <p:nvPr userDrawn="1"/>
        </p:nvSpPr>
        <p:spPr bwMode="auto">
          <a:xfrm>
            <a:off x="0" y="0"/>
            <a:ext cx="6096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468775" y="4663440"/>
            <a:ext cx="5519275" cy="276999"/>
          </a:xfrm>
          <a:prstGeom prst="rect">
            <a:avLst/>
          </a:prstGeom>
        </p:spPr>
        <p:txBody>
          <a:bodyPr wrap="square">
            <a:spAutoFit/>
          </a:bodyPr>
          <a:lstStyle>
            <a:lvl1pPr>
              <a:lnSpc>
                <a:spcPct val="100000"/>
              </a:lnSpc>
              <a:spcBef>
                <a:spcPts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468775" y="5245390"/>
            <a:ext cx="5519275" cy="215444"/>
          </a:xfrm>
          <a:prstGeom prst="rect">
            <a:avLst/>
          </a:prstGeom>
        </p:spPr>
        <p:txBody>
          <a:bodyPr vert="horz" lIns="0" tIns="0" rIns="0" bIns="0" rtlCol="0">
            <a:spAutoFit/>
          </a:bodyPr>
          <a:lstStyle>
            <a:lvl1pPr>
              <a:lnSpc>
                <a:spcPct val="100000"/>
              </a:lnSpc>
              <a:spcBef>
                <a:spcPts val="0"/>
              </a:spcBef>
              <a:defRPr lang="en-US" sz="1400" spc="300" dirty="0">
                <a:solidFill>
                  <a:schemeClr val="bg2"/>
                </a:solidFill>
                <a:effectLst/>
              </a:defRPr>
            </a:lvl1pPr>
            <a:lvl2pPr>
              <a:buNone/>
              <a:defRPr/>
            </a:lvl2pPr>
          </a:lstStyle>
          <a:p>
            <a:pPr lvl="0">
              <a:lnSpc>
                <a:spcPct val="100000"/>
              </a:lnSpc>
              <a:spcBef>
                <a:spcPts val="0"/>
              </a:spcBef>
            </a:pPr>
            <a:r>
              <a:rPr lang="en-US">
                <a:effectLst/>
              </a:rPr>
              <a:t>23 OCTOBER 2020</a:t>
            </a:r>
            <a:endParaRPr lang="en-US"/>
          </a:p>
        </p:txBody>
      </p:sp>
      <p:sp>
        <p:nvSpPr>
          <p:cNvPr id="7" name="Picture Placeholder 2">
            <a:extLst>
              <a:ext uri="{FF2B5EF4-FFF2-40B4-BE49-F238E27FC236}">
                <a16:creationId xmlns:a16="http://schemas.microsoft.com/office/drawing/2014/main" id="{11A216CA-E680-42EB-BC45-95A09D62759B}"/>
              </a:ext>
            </a:extLst>
          </p:cNvPr>
          <p:cNvSpPr>
            <a:spLocks noGrp="1"/>
          </p:cNvSpPr>
          <p:nvPr>
            <p:ph type="pic" sz="quarter" idx="13"/>
          </p:nvPr>
        </p:nvSpPr>
        <p:spPr>
          <a:xfrm>
            <a:off x="6095998" y="0"/>
            <a:ext cx="6096001" cy="6858000"/>
          </a:xfrm>
          <a:prstGeom prst="rect">
            <a:avLst/>
          </a:prstGeom>
          <a:solidFill>
            <a:schemeClr val="bg2"/>
          </a:solidFill>
        </p:spPr>
        <p:txBody>
          <a:bodyPr/>
          <a:lstStyle>
            <a:lvl1pPr>
              <a:defRPr/>
            </a:lvl1pPr>
          </a:lstStyle>
          <a:p>
            <a:endParaRPr lang="en-US"/>
          </a:p>
        </p:txBody>
      </p:sp>
      <p:pic>
        <p:nvPicPr>
          <p:cNvPr id="2" name="Graphic 1">
            <a:extLst>
              <a:ext uri="{FF2B5EF4-FFF2-40B4-BE49-F238E27FC236}">
                <a16:creationId xmlns:a16="http://schemas.microsoft.com/office/drawing/2014/main" id="{81AA8C38-4FF3-4F33-8B0F-196D0BC7915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8776" y="610099"/>
            <a:ext cx="1070464" cy="377256"/>
          </a:xfrm>
          <a:prstGeom prst="rect">
            <a:avLst/>
          </a:prstGeom>
        </p:spPr>
      </p:pic>
      <p:sp>
        <p:nvSpPr>
          <p:cNvPr id="8" name="Title 2">
            <a:extLst>
              <a:ext uri="{FF2B5EF4-FFF2-40B4-BE49-F238E27FC236}">
                <a16:creationId xmlns:a16="http://schemas.microsoft.com/office/drawing/2014/main" id="{FB842CEE-8A53-0D42-A72B-7D63B1ED35C4}"/>
              </a:ext>
            </a:extLst>
          </p:cNvPr>
          <p:cNvSpPr>
            <a:spLocks noGrp="1"/>
          </p:cNvSpPr>
          <p:nvPr>
            <p:ph type="title"/>
          </p:nvPr>
        </p:nvSpPr>
        <p:spPr>
          <a:xfrm>
            <a:off x="466165" y="1965960"/>
            <a:ext cx="5764213" cy="1846659"/>
          </a:xfrm>
        </p:spPr>
        <p:txBody>
          <a:bodyPr vert="horz" wrap="square" lIns="0" tIns="0" rIns="0" bIns="0" rtlCol="0">
            <a:spAutoFit/>
          </a:bodyPr>
          <a:lstStyle>
            <a:lvl1pPr>
              <a:defRPr lang="en-US" sz="6000" b="0" dirty="0">
                <a:solidFill>
                  <a:schemeClr val="bg1"/>
                </a:solidFill>
                <a:latin typeface="Calibri Light" panose="020F0302020204030204" pitchFamily="34" charset="0"/>
                <a:cs typeface="Calibri Light" panose="020F0302020204030204" pitchFamily="34" charset="0"/>
              </a:defRPr>
            </a:lvl1pPr>
          </a:lstStyle>
          <a:p>
            <a:pPr marL="0" lvl="0" indent="0">
              <a:spcBef>
                <a:spcPts val="0"/>
              </a:spcBef>
              <a:spcAft>
                <a:spcPts val="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102757443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8188486-1E04-4170-877E-F561315E0FFC}"/>
              </a:ext>
            </a:extLst>
          </p:cNvPr>
          <p:cNvSpPr>
            <a:spLocks noGrp="1"/>
          </p:cNvSpPr>
          <p:nvPr>
            <p:ph type="pic" sz="quarter" idx="13"/>
          </p:nvPr>
        </p:nvSpPr>
        <p:spPr>
          <a:xfrm>
            <a:off x="0" y="0"/>
            <a:ext cx="12192000" cy="6858000"/>
          </a:xfrm>
          <a:prstGeom prst="rect">
            <a:avLst/>
          </a:prstGeom>
          <a:solidFill>
            <a:schemeClr val="bg1">
              <a:lumMod val="65000"/>
            </a:schemeClr>
          </a:solidFill>
        </p:spPr>
        <p:txBody>
          <a:bodyPr/>
          <a:lstStyle>
            <a:lvl1pPr>
              <a:defRPr/>
            </a:lvl1pPr>
          </a:lstStyle>
          <a:p>
            <a:endParaRPr lang="en-US"/>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468775" y="4663440"/>
            <a:ext cx="6489700" cy="369332"/>
          </a:xfrm>
          <a:prstGeom prst="rect">
            <a:avLst/>
          </a:prstGeom>
        </p:spPr>
        <p:txBody>
          <a:bodyPr>
            <a:spAutoFit/>
          </a:bodyPr>
          <a:lstStyle>
            <a:lvl1pPr>
              <a:lnSpc>
                <a:spcPct val="100000"/>
              </a:lnSpc>
              <a:spcBef>
                <a:spcPts val="0"/>
              </a:spcBef>
              <a:defRPr sz="24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468775" y="5245390"/>
            <a:ext cx="6489700" cy="215444"/>
          </a:xfrm>
          <a:prstGeom prst="rect">
            <a:avLst/>
          </a:prstGeom>
        </p:spPr>
        <p:txBody>
          <a:bodyPr>
            <a:spAutoFit/>
          </a:bodyPr>
          <a:lstStyle>
            <a:lvl1pPr>
              <a:lnSpc>
                <a:spcPct val="100000"/>
              </a:lnSpc>
              <a:spcBef>
                <a:spcPts val="0"/>
              </a:spcBef>
              <a:defRPr sz="1400" spc="300">
                <a:solidFill>
                  <a:schemeClr val="bg1">
                    <a:lumMod val="95000"/>
                  </a:schemeClr>
                </a:solidFill>
              </a:defRPr>
            </a:lvl1pPr>
            <a:lvl2pPr>
              <a:buNone/>
              <a:defRPr/>
            </a:lvl2pPr>
          </a:lstStyle>
          <a:p>
            <a:pPr lvl="0"/>
            <a:r>
              <a:rPr lang="en-US">
                <a:effectLst/>
              </a:rPr>
              <a:t>23 OCTOBER 2020</a:t>
            </a:r>
            <a:endParaRPr lang="en-US"/>
          </a:p>
        </p:txBody>
      </p:sp>
      <p:pic>
        <p:nvPicPr>
          <p:cNvPr id="2" name="Graphic 1">
            <a:extLst>
              <a:ext uri="{FF2B5EF4-FFF2-40B4-BE49-F238E27FC236}">
                <a16:creationId xmlns:a16="http://schemas.microsoft.com/office/drawing/2014/main" id="{CE8C851A-E2E7-4523-9F42-0BB009E5644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8776" y="610099"/>
            <a:ext cx="1070464" cy="377256"/>
          </a:xfrm>
          <a:prstGeom prst="rect">
            <a:avLst/>
          </a:prstGeom>
        </p:spPr>
      </p:pic>
      <p:sp>
        <p:nvSpPr>
          <p:cNvPr id="7" name="Title 2">
            <a:extLst>
              <a:ext uri="{FF2B5EF4-FFF2-40B4-BE49-F238E27FC236}">
                <a16:creationId xmlns:a16="http://schemas.microsoft.com/office/drawing/2014/main" id="{D6769452-030B-5548-B575-999D639F6D22}"/>
              </a:ext>
            </a:extLst>
          </p:cNvPr>
          <p:cNvSpPr>
            <a:spLocks noGrp="1"/>
          </p:cNvSpPr>
          <p:nvPr>
            <p:ph type="title"/>
          </p:nvPr>
        </p:nvSpPr>
        <p:spPr>
          <a:xfrm>
            <a:off x="466165" y="1965960"/>
            <a:ext cx="5764213" cy="1846659"/>
          </a:xfrm>
        </p:spPr>
        <p:txBody>
          <a:bodyPr vert="horz" wrap="square" lIns="0" tIns="0" rIns="0" bIns="0" rtlCol="0">
            <a:spAutoFit/>
          </a:bodyPr>
          <a:lstStyle>
            <a:lvl1pPr>
              <a:defRPr lang="en-US" sz="6000" b="0" dirty="0">
                <a:solidFill>
                  <a:schemeClr val="bg1"/>
                </a:solidFill>
                <a:latin typeface="Calibri Light" panose="020F0302020204030204" pitchFamily="34" charset="0"/>
                <a:cs typeface="Calibri Light" panose="020F0302020204030204" pitchFamily="34" charset="0"/>
              </a:defRPr>
            </a:lvl1pPr>
          </a:lstStyle>
          <a:p>
            <a:pPr marL="0" lvl="0" indent="0">
              <a:spcBef>
                <a:spcPts val="0"/>
              </a:spcBef>
              <a:spcAft>
                <a:spcPts val="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22979824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3" name="Title 2">
            <a:extLst>
              <a:ext uri="{FF2B5EF4-FFF2-40B4-BE49-F238E27FC236}">
                <a16:creationId xmlns:a16="http://schemas.microsoft.com/office/drawing/2014/main" id="{7D36EB9C-BBDB-7447-884B-AC6C7C7D1DA2}"/>
              </a:ext>
            </a:extLst>
          </p:cNvPr>
          <p:cNvSpPr>
            <a:spLocks noGrp="1"/>
          </p:cNvSpPr>
          <p:nvPr>
            <p:ph type="title" hasCustomPrompt="1"/>
          </p:nvPr>
        </p:nvSpPr>
        <p:spPr>
          <a:xfrm>
            <a:off x="467140" y="1191039"/>
            <a:ext cx="3024846" cy="923330"/>
          </a:xfrm>
        </p:spPr>
        <p:txBody>
          <a:bodyPr wrap="square">
            <a:spAutoFit/>
          </a:bodyPr>
          <a:lstStyle>
            <a:lvl1pPr>
              <a:defRPr sz="6000" b="0">
                <a:solidFill>
                  <a:schemeClr val="tx1"/>
                </a:solidFill>
                <a:latin typeface="Calibri Light" panose="020F0302020204030204" pitchFamily="34" charset="0"/>
                <a:cs typeface="Calibri Light" panose="020F0302020204030204" pitchFamily="34" charset="0"/>
              </a:defRPr>
            </a:lvl1pPr>
          </a:lstStyle>
          <a:p>
            <a:r>
              <a:rPr lang="en-US"/>
              <a:t>Contents</a:t>
            </a:r>
          </a:p>
        </p:txBody>
      </p:sp>
      <p:sp>
        <p:nvSpPr>
          <p:cNvPr id="24" name="Text Placeholder 4">
            <a:extLst>
              <a:ext uri="{FF2B5EF4-FFF2-40B4-BE49-F238E27FC236}">
                <a16:creationId xmlns:a16="http://schemas.microsoft.com/office/drawing/2014/main" id="{ECE784D3-D287-664F-80A6-CBA29DD12FE1}"/>
              </a:ext>
            </a:extLst>
          </p:cNvPr>
          <p:cNvSpPr>
            <a:spLocks noGrp="1"/>
          </p:cNvSpPr>
          <p:nvPr>
            <p:ph type="body" sz="quarter" idx="10" hasCustomPrompt="1"/>
          </p:nvPr>
        </p:nvSpPr>
        <p:spPr>
          <a:xfrm>
            <a:off x="4086639" y="1191039"/>
            <a:ext cx="498928" cy="321627"/>
          </a:xfrm>
          <a:prstGeom prst="rect">
            <a:avLst/>
          </a:prstGeom>
        </p:spPr>
        <p:txBody>
          <a:bodyPr wrap="square" anchor="t" anchorCtr="0">
            <a:spAutoFit/>
          </a:bodyPr>
          <a:lstStyle>
            <a:lvl1pPr algn="r">
              <a:defRPr sz="2000" b="1">
                <a:solidFill>
                  <a:schemeClr val="tx1"/>
                </a:solidFill>
              </a:defRPr>
            </a:lvl1pPr>
          </a:lstStyle>
          <a:p>
            <a:pPr lvl="0"/>
            <a:r>
              <a:rPr lang="en-US"/>
              <a:t>01</a:t>
            </a:r>
          </a:p>
        </p:txBody>
      </p:sp>
      <p:sp>
        <p:nvSpPr>
          <p:cNvPr id="25" name="Text Placeholder 4">
            <a:extLst>
              <a:ext uri="{FF2B5EF4-FFF2-40B4-BE49-F238E27FC236}">
                <a16:creationId xmlns:a16="http://schemas.microsoft.com/office/drawing/2014/main" id="{29A1CE94-599A-5146-9EFB-9AEECE436784}"/>
              </a:ext>
            </a:extLst>
          </p:cNvPr>
          <p:cNvSpPr>
            <a:spLocks noGrp="1"/>
          </p:cNvSpPr>
          <p:nvPr>
            <p:ph type="body" sz="quarter" idx="11" hasCustomPrompt="1"/>
          </p:nvPr>
        </p:nvSpPr>
        <p:spPr>
          <a:xfrm>
            <a:off x="4086639" y="1884106"/>
            <a:ext cx="498928" cy="321627"/>
          </a:xfrm>
          <a:prstGeom prst="rect">
            <a:avLst/>
          </a:prstGeom>
        </p:spPr>
        <p:txBody>
          <a:bodyPr wrap="square" anchor="t" anchorCtr="0">
            <a:spAutoFit/>
          </a:bodyPr>
          <a:lstStyle>
            <a:lvl1pPr algn="r">
              <a:defRPr sz="2000" b="1">
                <a:solidFill>
                  <a:schemeClr val="tx1"/>
                </a:solidFill>
              </a:defRPr>
            </a:lvl1pPr>
          </a:lstStyle>
          <a:p>
            <a:pPr lvl="0"/>
            <a:r>
              <a:rPr lang="en-US"/>
              <a:t>02</a:t>
            </a:r>
          </a:p>
        </p:txBody>
      </p:sp>
      <p:sp>
        <p:nvSpPr>
          <p:cNvPr id="26" name="Text Placeholder 4">
            <a:extLst>
              <a:ext uri="{FF2B5EF4-FFF2-40B4-BE49-F238E27FC236}">
                <a16:creationId xmlns:a16="http://schemas.microsoft.com/office/drawing/2014/main" id="{B0E828E5-70FD-D449-B964-390D8366EA4E}"/>
              </a:ext>
            </a:extLst>
          </p:cNvPr>
          <p:cNvSpPr>
            <a:spLocks noGrp="1"/>
          </p:cNvSpPr>
          <p:nvPr>
            <p:ph type="body" sz="quarter" idx="12" hasCustomPrompt="1"/>
          </p:nvPr>
        </p:nvSpPr>
        <p:spPr>
          <a:xfrm>
            <a:off x="4086639" y="2567012"/>
            <a:ext cx="498928" cy="321627"/>
          </a:xfrm>
          <a:prstGeom prst="rect">
            <a:avLst/>
          </a:prstGeom>
        </p:spPr>
        <p:txBody>
          <a:bodyPr wrap="square" anchor="t" anchorCtr="0">
            <a:spAutoFit/>
          </a:bodyPr>
          <a:lstStyle>
            <a:lvl1pPr algn="r">
              <a:defRPr sz="2000" b="1">
                <a:solidFill>
                  <a:schemeClr val="tx1"/>
                </a:solidFill>
              </a:defRPr>
            </a:lvl1pPr>
          </a:lstStyle>
          <a:p>
            <a:pPr lvl="0"/>
            <a:r>
              <a:rPr lang="en-US"/>
              <a:t>03</a:t>
            </a:r>
          </a:p>
        </p:txBody>
      </p:sp>
      <p:sp>
        <p:nvSpPr>
          <p:cNvPr id="27" name="Text Placeholder 4">
            <a:extLst>
              <a:ext uri="{FF2B5EF4-FFF2-40B4-BE49-F238E27FC236}">
                <a16:creationId xmlns:a16="http://schemas.microsoft.com/office/drawing/2014/main" id="{23D1ADF7-7F17-9F4A-A000-26CFD756A34B}"/>
              </a:ext>
            </a:extLst>
          </p:cNvPr>
          <p:cNvSpPr>
            <a:spLocks noGrp="1"/>
          </p:cNvSpPr>
          <p:nvPr>
            <p:ph type="body" sz="quarter" idx="13" hasCustomPrompt="1"/>
          </p:nvPr>
        </p:nvSpPr>
        <p:spPr>
          <a:xfrm>
            <a:off x="4086639" y="3260079"/>
            <a:ext cx="498928" cy="321627"/>
          </a:xfrm>
          <a:prstGeom prst="rect">
            <a:avLst/>
          </a:prstGeom>
        </p:spPr>
        <p:txBody>
          <a:bodyPr wrap="square" anchor="t" anchorCtr="0">
            <a:spAutoFit/>
          </a:bodyPr>
          <a:lstStyle>
            <a:lvl1pPr algn="r">
              <a:defRPr sz="2000" b="1">
                <a:solidFill>
                  <a:schemeClr val="tx1"/>
                </a:solidFill>
              </a:defRPr>
            </a:lvl1pPr>
          </a:lstStyle>
          <a:p>
            <a:pPr lvl="0"/>
            <a:r>
              <a:rPr lang="en-US"/>
              <a:t>04</a:t>
            </a:r>
          </a:p>
        </p:txBody>
      </p:sp>
      <p:sp>
        <p:nvSpPr>
          <p:cNvPr id="28" name="Text Placeholder 4">
            <a:extLst>
              <a:ext uri="{FF2B5EF4-FFF2-40B4-BE49-F238E27FC236}">
                <a16:creationId xmlns:a16="http://schemas.microsoft.com/office/drawing/2014/main" id="{C8974FB4-0DC4-9A48-849B-3445C17323D8}"/>
              </a:ext>
            </a:extLst>
          </p:cNvPr>
          <p:cNvSpPr>
            <a:spLocks noGrp="1"/>
          </p:cNvSpPr>
          <p:nvPr>
            <p:ph type="body" sz="quarter" idx="14" hasCustomPrompt="1"/>
          </p:nvPr>
        </p:nvSpPr>
        <p:spPr>
          <a:xfrm>
            <a:off x="4086639" y="3942985"/>
            <a:ext cx="498928" cy="321627"/>
          </a:xfrm>
          <a:prstGeom prst="rect">
            <a:avLst/>
          </a:prstGeom>
        </p:spPr>
        <p:txBody>
          <a:bodyPr wrap="square" anchor="t" anchorCtr="0">
            <a:spAutoFit/>
          </a:bodyPr>
          <a:lstStyle>
            <a:lvl1pPr algn="r">
              <a:defRPr sz="2000" b="1">
                <a:solidFill>
                  <a:schemeClr val="tx1"/>
                </a:solidFill>
              </a:defRPr>
            </a:lvl1pPr>
          </a:lstStyle>
          <a:p>
            <a:pPr lvl="0"/>
            <a:r>
              <a:rPr lang="en-US"/>
              <a:t>05</a:t>
            </a:r>
          </a:p>
        </p:txBody>
      </p:sp>
      <p:sp>
        <p:nvSpPr>
          <p:cNvPr id="29" name="Text Placeholder 4">
            <a:extLst>
              <a:ext uri="{FF2B5EF4-FFF2-40B4-BE49-F238E27FC236}">
                <a16:creationId xmlns:a16="http://schemas.microsoft.com/office/drawing/2014/main" id="{3B70AEBB-A750-864B-B6BD-21B4D0EFE2A7}"/>
              </a:ext>
            </a:extLst>
          </p:cNvPr>
          <p:cNvSpPr>
            <a:spLocks noGrp="1"/>
          </p:cNvSpPr>
          <p:nvPr>
            <p:ph type="body" sz="quarter" idx="15" hasCustomPrompt="1"/>
          </p:nvPr>
        </p:nvSpPr>
        <p:spPr>
          <a:xfrm>
            <a:off x="4086639" y="4625892"/>
            <a:ext cx="498928" cy="321627"/>
          </a:xfrm>
          <a:prstGeom prst="rect">
            <a:avLst/>
          </a:prstGeom>
        </p:spPr>
        <p:txBody>
          <a:bodyPr wrap="square" anchor="t" anchorCtr="0">
            <a:spAutoFit/>
          </a:bodyPr>
          <a:lstStyle>
            <a:lvl1pPr algn="r">
              <a:defRPr sz="2000" b="1">
                <a:solidFill>
                  <a:schemeClr val="tx1"/>
                </a:solidFill>
              </a:defRPr>
            </a:lvl1pPr>
          </a:lstStyle>
          <a:p>
            <a:pPr lvl="0"/>
            <a:r>
              <a:rPr lang="en-US"/>
              <a:t>06</a:t>
            </a:r>
          </a:p>
        </p:txBody>
      </p:sp>
      <p:sp>
        <p:nvSpPr>
          <p:cNvPr id="30" name="Text Placeholder 4">
            <a:extLst>
              <a:ext uri="{FF2B5EF4-FFF2-40B4-BE49-F238E27FC236}">
                <a16:creationId xmlns:a16="http://schemas.microsoft.com/office/drawing/2014/main" id="{B6A80AC0-F1D6-7541-A91C-C279FD194827}"/>
              </a:ext>
            </a:extLst>
          </p:cNvPr>
          <p:cNvSpPr>
            <a:spLocks noGrp="1"/>
          </p:cNvSpPr>
          <p:nvPr>
            <p:ph type="body" sz="quarter" idx="16" hasCustomPrompt="1"/>
          </p:nvPr>
        </p:nvSpPr>
        <p:spPr>
          <a:xfrm>
            <a:off x="4818930" y="1191039"/>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1" name="Text Placeholder 4">
            <a:extLst>
              <a:ext uri="{FF2B5EF4-FFF2-40B4-BE49-F238E27FC236}">
                <a16:creationId xmlns:a16="http://schemas.microsoft.com/office/drawing/2014/main" id="{48BEB51A-F18F-5749-809D-EC078A513A09}"/>
              </a:ext>
            </a:extLst>
          </p:cNvPr>
          <p:cNvSpPr>
            <a:spLocks noGrp="1"/>
          </p:cNvSpPr>
          <p:nvPr>
            <p:ph type="body" sz="quarter" idx="17" hasCustomPrompt="1"/>
          </p:nvPr>
        </p:nvSpPr>
        <p:spPr>
          <a:xfrm>
            <a:off x="4818930" y="1884106"/>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2" name="Text Placeholder 4">
            <a:extLst>
              <a:ext uri="{FF2B5EF4-FFF2-40B4-BE49-F238E27FC236}">
                <a16:creationId xmlns:a16="http://schemas.microsoft.com/office/drawing/2014/main" id="{C6735154-D863-074C-BEF0-25E8F0836038}"/>
              </a:ext>
            </a:extLst>
          </p:cNvPr>
          <p:cNvSpPr>
            <a:spLocks noGrp="1"/>
          </p:cNvSpPr>
          <p:nvPr>
            <p:ph type="body" sz="quarter" idx="18" hasCustomPrompt="1"/>
          </p:nvPr>
        </p:nvSpPr>
        <p:spPr>
          <a:xfrm>
            <a:off x="4818930" y="2567012"/>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3" name="Text Placeholder 4">
            <a:extLst>
              <a:ext uri="{FF2B5EF4-FFF2-40B4-BE49-F238E27FC236}">
                <a16:creationId xmlns:a16="http://schemas.microsoft.com/office/drawing/2014/main" id="{C373B72A-00B1-9E4F-BC7F-202B2AC57FCC}"/>
              </a:ext>
            </a:extLst>
          </p:cNvPr>
          <p:cNvSpPr>
            <a:spLocks noGrp="1"/>
          </p:cNvSpPr>
          <p:nvPr>
            <p:ph type="body" sz="quarter" idx="19" hasCustomPrompt="1"/>
          </p:nvPr>
        </p:nvSpPr>
        <p:spPr>
          <a:xfrm>
            <a:off x="4818930" y="3260079"/>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4" name="Text Placeholder 4">
            <a:extLst>
              <a:ext uri="{FF2B5EF4-FFF2-40B4-BE49-F238E27FC236}">
                <a16:creationId xmlns:a16="http://schemas.microsoft.com/office/drawing/2014/main" id="{A584DDAC-74C3-8649-AA09-BE37E59266EB}"/>
              </a:ext>
            </a:extLst>
          </p:cNvPr>
          <p:cNvSpPr>
            <a:spLocks noGrp="1"/>
          </p:cNvSpPr>
          <p:nvPr>
            <p:ph type="body" sz="quarter" idx="20" hasCustomPrompt="1"/>
          </p:nvPr>
        </p:nvSpPr>
        <p:spPr>
          <a:xfrm>
            <a:off x="4818930" y="3942985"/>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5" name="Text Placeholder 4">
            <a:extLst>
              <a:ext uri="{FF2B5EF4-FFF2-40B4-BE49-F238E27FC236}">
                <a16:creationId xmlns:a16="http://schemas.microsoft.com/office/drawing/2014/main" id="{4BE98457-B105-874C-9706-66BA69C1AFC7}"/>
              </a:ext>
            </a:extLst>
          </p:cNvPr>
          <p:cNvSpPr>
            <a:spLocks noGrp="1"/>
          </p:cNvSpPr>
          <p:nvPr>
            <p:ph type="body" sz="quarter" idx="21" hasCustomPrompt="1"/>
          </p:nvPr>
        </p:nvSpPr>
        <p:spPr>
          <a:xfrm>
            <a:off x="4818930" y="4625892"/>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cxnSp>
        <p:nvCxnSpPr>
          <p:cNvPr id="36" name="Straight Connector 35">
            <a:extLst>
              <a:ext uri="{FF2B5EF4-FFF2-40B4-BE49-F238E27FC236}">
                <a16:creationId xmlns:a16="http://schemas.microsoft.com/office/drawing/2014/main" id="{D6C8558E-5624-D848-B1A3-4B79F93D0AC1}"/>
              </a:ext>
            </a:extLst>
          </p:cNvPr>
          <p:cNvCxnSpPr>
            <a:cxnSpLocks/>
          </p:cNvCxnSpPr>
          <p:nvPr userDrawn="1"/>
        </p:nvCxnSpPr>
        <p:spPr>
          <a:xfrm>
            <a:off x="3725348" y="914400"/>
            <a:ext cx="0" cy="525780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027078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Bla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A51F759-2C51-4E26-B317-26DFEBAE952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2">
            <a:extLst>
              <a:ext uri="{FF2B5EF4-FFF2-40B4-BE49-F238E27FC236}">
                <a16:creationId xmlns:a16="http://schemas.microsoft.com/office/drawing/2014/main" id="{22CC2842-970F-4D83-A7C9-C111F3E9E8F4}"/>
              </a:ext>
            </a:extLst>
          </p:cNvPr>
          <p:cNvSpPr>
            <a:spLocks noGrp="1"/>
          </p:cNvSpPr>
          <p:nvPr>
            <p:ph type="title" hasCustomPrompt="1"/>
          </p:nvPr>
        </p:nvSpPr>
        <p:spPr>
          <a:xfrm>
            <a:off x="467140" y="1191039"/>
            <a:ext cx="3024846" cy="923330"/>
          </a:xfrm>
        </p:spPr>
        <p:txBody>
          <a:bodyPr wrap="square">
            <a:spAutoFit/>
          </a:bodyPr>
          <a:lstStyle>
            <a:lvl1pPr>
              <a:defRPr sz="6000" b="0">
                <a:solidFill>
                  <a:schemeClr val="bg1"/>
                </a:solidFill>
                <a:latin typeface="Calibri Light" panose="020F0302020204030204" pitchFamily="34" charset="0"/>
                <a:cs typeface="Calibri Light" panose="020F0302020204030204" pitchFamily="34" charset="0"/>
              </a:defRPr>
            </a:lvl1pPr>
          </a:lstStyle>
          <a:p>
            <a:r>
              <a:rPr lang="en-US"/>
              <a:t>Contents</a:t>
            </a:r>
          </a:p>
        </p:txBody>
      </p:sp>
      <p:sp>
        <p:nvSpPr>
          <p:cNvPr id="5" name="Text Placeholder 4">
            <a:extLst>
              <a:ext uri="{FF2B5EF4-FFF2-40B4-BE49-F238E27FC236}">
                <a16:creationId xmlns:a16="http://schemas.microsoft.com/office/drawing/2014/main" id="{0B94A4A7-1D42-43C4-8DAE-D39D6017417F}"/>
              </a:ext>
            </a:extLst>
          </p:cNvPr>
          <p:cNvSpPr>
            <a:spLocks noGrp="1"/>
          </p:cNvSpPr>
          <p:nvPr>
            <p:ph type="body" sz="quarter" idx="10" hasCustomPrompt="1"/>
          </p:nvPr>
        </p:nvSpPr>
        <p:spPr>
          <a:xfrm>
            <a:off x="4086639" y="1191039"/>
            <a:ext cx="498928" cy="321627"/>
          </a:xfrm>
          <a:prstGeom prst="rect">
            <a:avLst/>
          </a:prstGeom>
        </p:spPr>
        <p:txBody>
          <a:bodyPr wrap="square" anchor="t" anchorCtr="0">
            <a:spAutoFit/>
          </a:bodyPr>
          <a:lstStyle>
            <a:lvl1pPr algn="r">
              <a:defRPr sz="2000" b="1">
                <a:solidFill>
                  <a:schemeClr val="bg1"/>
                </a:solidFill>
              </a:defRPr>
            </a:lvl1pPr>
          </a:lstStyle>
          <a:p>
            <a:pPr lvl="0"/>
            <a:r>
              <a:rPr lang="en-US"/>
              <a:t>01</a:t>
            </a:r>
          </a:p>
        </p:txBody>
      </p:sp>
      <p:sp>
        <p:nvSpPr>
          <p:cNvPr id="9" name="Text Placeholder 4">
            <a:extLst>
              <a:ext uri="{FF2B5EF4-FFF2-40B4-BE49-F238E27FC236}">
                <a16:creationId xmlns:a16="http://schemas.microsoft.com/office/drawing/2014/main" id="{914B7CA8-C6E3-4D9A-BDD1-5A660A9FF442}"/>
              </a:ext>
            </a:extLst>
          </p:cNvPr>
          <p:cNvSpPr>
            <a:spLocks noGrp="1"/>
          </p:cNvSpPr>
          <p:nvPr>
            <p:ph type="body" sz="quarter" idx="11" hasCustomPrompt="1"/>
          </p:nvPr>
        </p:nvSpPr>
        <p:spPr>
          <a:xfrm>
            <a:off x="4086639" y="1884106"/>
            <a:ext cx="498928" cy="321627"/>
          </a:xfrm>
          <a:prstGeom prst="rect">
            <a:avLst/>
          </a:prstGeom>
        </p:spPr>
        <p:txBody>
          <a:bodyPr wrap="square" anchor="t" anchorCtr="0">
            <a:spAutoFit/>
          </a:bodyPr>
          <a:lstStyle>
            <a:lvl1pPr algn="r">
              <a:defRPr sz="2000" b="1">
                <a:solidFill>
                  <a:schemeClr val="bg1"/>
                </a:solidFill>
              </a:defRPr>
            </a:lvl1pPr>
          </a:lstStyle>
          <a:p>
            <a:pPr lvl="0"/>
            <a:r>
              <a:rPr lang="en-US"/>
              <a:t>02</a:t>
            </a:r>
          </a:p>
        </p:txBody>
      </p:sp>
      <p:sp>
        <p:nvSpPr>
          <p:cNvPr id="13" name="Text Placeholder 4">
            <a:extLst>
              <a:ext uri="{FF2B5EF4-FFF2-40B4-BE49-F238E27FC236}">
                <a16:creationId xmlns:a16="http://schemas.microsoft.com/office/drawing/2014/main" id="{29CF7C84-314E-4FB2-901C-E4AD0E759351}"/>
              </a:ext>
            </a:extLst>
          </p:cNvPr>
          <p:cNvSpPr>
            <a:spLocks noGrp="1"/>
          </p:cNvSpPr>
          <p:nvPr>
            <p:ph type="body" sz="quarter" idx="12" hasCustomPrompt="1"/>
          </p:nvPr>
        </p:nvSpPr>
        <p:spPr>
          <a:xfrm>
            <a:off x="4086639" y="2567012"/>
            <a:ext cx="498928" cy="321627"/>
          </a:xfrm>
          <a:prstGeom prst="rect">
            <a:avLst/>
          </a:prstGeom>
        </p:spPr>
        <p:txBody>
          <a:bodyPr wrap="square" anchor="t" anchorCtr="0">
            <a:spAutoFit/>
          </a:bodyPr>
          <a:lstStyle>
            <a:lvl1pPr algn="r">
              <a:defRPr sz="2000" b="1">
                <a:solidFill>
                  <a:schemeClr val="bg1"/>
                </a:solidFill>
              </a:defRPr>
            </a:lvl1pPr>
          </a:lstStyle>
          <a:p>
            <a:pPr lvl="0"/>
            <a:r>
              <a:rPr lang="en-US"/>
              <a:t>03</a:t>
            </a:r>
          </a:p>
        </p:txBody>
      </p:sp>
      <p:sp>
        <p:nvSpPr>
          <p:cNvPr id="14" name="Text Placeholder 4">
            <a:extLst>
              <a:ext uri="{FF2B5EF4-FFF2-40B4-BE49-F238E27FC236}">
                <a16:creationId xmlns:a16="http://schemas.microsoft.com/office/drawing/2014/main" id="{F4E24727-48EE-48AA-9B6F-F26524FCED2B}"/>
              </a:ext>
            </a:extLst>
          </p:cNvPr>
          <p:cNvSpPr>
            <a:spLocks noGrp="1"/>
          </p:cNvSpPr>
          <p:nvPr>
            <p:ph type="body" sz="quarter" idx="13" hasCustomPrompt="1"/>
          </p:nvPr>
        </p:nvSpPr>
        <p:spPr>
          <a:xfrm>
            <a:off x="4086639" y="3260079"/>
            <a:ext cx="498928" cy="321627"/>
          </a:xfrm>
          <a:prstGeom prst="rect">
            <a:avLst/>
          </a:prstGeom>
        </p:spPr>
        <p:txBody>
          <a:bodyPr wrap="square" anchor="t" anchorCtr="0">
            <a:spAutoFit/>
          </a:bodyPr>
          <a:lstStyle>
            <a:lvl1pPr algn="r">
              <a:defRPr sz="2000" b="1">
                <a:solidFill>
                  <a:schemeClr val="bg1"/>
                </a:solidFill>
              </a:defRPr>
            </a:lvl1pPr>
          </a:lstStyle>
          <a:p>
            <a:pPr lvl="0"/>
            <a:r>
              <a:rPr lang="en-US"/>
              <a:t>04</a:t>
            </a:r>
          </a:p>
        </p:txBody>
      </p:sp>
      <p:sp>
        <p:nvSpPr>
          <p:cNvPr id="15" name="Text Placeholder 4">
            <a:extLst>
              <a:ext uri="{FF2B5EF4-FFF2-40B4-BE49-F238E27FC236}">
                <a16:creationId xmlns:a16="http://schemas.microsoft.com/office/drawing/2014/main" id="{18BC4A81-2FF3-4AC4-8F40-4F95105F594C}"/>
              </a:ext>
            </a:extLst>
          </p:cNvPr>
          <p:cNvSpPr>
            <a:spLocks noGrp="1"/>
          </p:cNvSpPr>
          <p:nvPr>
            <p:ph type="body" sz="quarter" idx="14" hasCustomPrompt="1"/>
          </p:nvPr>
        </p:nvSpPr>
        <p:spPr>
          <a:xfrm>
            <a:off x="4086639" y="3942985"/>
            <a:ext cx="498928" cy="321627"/>
          </a:xfrm>
          <a:prstGeom prst="rect">
            <a:avLst/>
          </a:prstGeom>
        </p:spPr>
        <p:txBody>
          <a:bodyPr wrap="square" anchor="t" anchorCtr="0">
            <a:spAutoFit/>
          </a:bodyPr>
          <a:lstStyle>
            <a:lvl1pPr algn="r">
              <a:defRPr sz="2000" b="1">
                <a:solidFill>
                  <a:schemeClr val="bg1"/>
                </a:solidFill>
              </a:defRPr>
            </a:lvl1pPr>
          </a:lstStyle>
          <a:p>
            <a:pPr lvl="0"/>
            <a:r>
              <a:rPr lang="en-US"/>
              <a:t>05</a:t>
            </a:r>
          </a:p>
        </p:txBody>
      </p:sp>
      <p:sp>
        <p:nvSpPr>
          <p:cNvPr id="16" name="Text Placeholder 4">
            <a:extLst>
              <a:ext uri="{FF2B5EF4-FFF2-40B4-BE49-F238E27FC236}">
                <a16:creationId xmlns:a16="http://schemas.microsoft.com/office/drawing/2014/main" id="{A53DF3A1-A093-468B-B30D-D2DB4C1595BF}"/>
              </a:ext>
            </a:extLst>
          </p:cNvPr>
          <p:cNvSpPr>
            <a:spLocks noGrp="1"/>
          </p:cNvSpPr>
          <p:nvPr>
            <p:ph type="body" sz="quarter" idx="15" hasCustomPrompt="1"/>
          </p:nvPr>
        </p:nvSpPr>
        <p:spPr>
          <a:xfrm>
            <a:off x="4086639" y="4625892"/>
            <a:ext cx="498928" cy="321627"/>
          </a:xfrm>
          <a:prstGeom prst="rect">
            <a:avLst/>
          </a:prstGeom>
        </p:spPr>
        <p:txBody>
          <a:bodyPr wrap="square" anchor="t" anchorCtr="0">
            <a:spAutoFit/>
          </a:bodyPr>
          <a:lstStyle>
            <a:lvl1pPr algn="r">
              <a:defRPr sz="2000" b="1">
                <a:solidFill>
                  <a:schemeClr val="bg1"/>
                </a:solidFill>
              </a:defRPr>
            </a:lvl1pPr>
          </a:lstStyle>
          <a:p>
            <a:pPr lvl="0"/>
            <a:r>
              <a:rPr lang="en-US"/>
              <a:t>06</a:t>
            </a:r>
          </a:p>
        </p:txBody>
      </p:sp>
      <p:sp>
        <p:nvSpPr>
          <p:cNvPr id="17" name="Text Placeholder 4">
            <a:extLst>
              <a:ext uri="{FF2B5EF4-FFF2-40B4-BE49-F238E27FC236}">
                <a16:creationId xmlns:a16="http://schemas.microsoft.com/office/drawing/2014/main" id="{73338DC0-8609-4542-8807-E7838F7CE5D6}"/>
              </a:ext>
            </a:extLst>
          </p:cNvPr>
          <p:cNvSpPr>
            <a:spLocks noGrp="1"/>
          </p:cNvSpPr>
          <p:nvPr>
            <p:ph type="body" sz="quarter" idx="16" hasCustomPrompt="1"/>
          </p:nvPr>
        </p:nvSpPr>
        <p:spPr>
          <a:xfrm>
            <a:off x="4818930" y="1191039"/>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8" name="Text Placeholder 4">
            <a:extLst>
              <a:ext uri="{FF2B5EF4-FFF2-40B4-BE49-F238E27FC236}">
                <a16:creationId xmlns:a16="http://schemas.microsoft.com/office/drawing/2014/main" id="{43948224-37C6-4D02-AFD9-C1D88C1C073C}"/>
              </a:ext>
            </a:extLst>
          </p:cNvPr>
          <p:cNvSpPr>
            <a:spLocks noGrp="1"/>
          </p:cNvSpPr>
          <p:nvPr>
            <p:ph type="body" sz="quarter" idx="17" hasCustomPrompt="1"/>
          </p:nvPr>
        </p:nvSpPr>
        <p:spPr>
          <a:xfrm>
            <a:off x="4818930" y="1884106"/>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9" name="Text Placeholder 4">
            <a:extLst>
              <a:ext uri="{FF2B5EF4-FFF2-40B4-BE49-F238E27FC236}">
                <a16:creationId xmlns:a16="http://schemas.microsoft.com/office/drawing/2014/main" id="{4BDE3CEE-0230-44C2-A389-A8747AA6BB8C}"/>
              </a:ext>
            </a:extLst>
          </p:cNvPr>
          <p:cNvSpPr>
            <a:spLocks noGrp="1"/>
          </p:cNvSpPr>
          <p:nvPr>
            <p:ph type="body" sz="quarter" idx="18" hasCustomPrompt="1"/>
          </p:nvPr>
        </p:nvSpPr>
        <p:spPr>
          <a:xfrm>
            <a:off x="4818930" y="2567012"/>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20" name="Text Placeholder 4">
            <a:extLst>
              <a:ext uri="{FF2B5EF4-FFF2-40B4-BE49-F238E27FC236}">
                <a16:creationId xmlns:a16="http://schemas.microsoft.com/office/drawing/2014/main" id="{76BF9761-22A6-4919-B7B5-2A027DDC6D44}"/>
              </a:ext>
            </a:extLst>
          </p:cNvPr>
          <p:cNvSpPr>
            <a:spLocks noGrp="1"/>
          </p:cNvSpPr>
          <p:nvPr>
            <p:ph type="body" sz="quarter" idx="19" hasCustomPrompt="1"/>
          </p:nvPr>
        </p:nvSpPr>
        <p:spPr>
          <a:xfrm>
            <a:off x="4818930" y="3260079"/>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21" name="Text Placeholder 4">
            <a:extLst>
              <a:ext uri="{FF2B5EF4-FFF2-40B4-BE49-F238E27FC236}">
                <a16:creationId xmlns:a16="http://schemas.microsoft.com/office/drawing/2014/main" id="{1BA13C9B-9D26-4B3E-8215-17F0475C2000}"/>
              </a:ext>
            </a:extLst>
          </p:cNvPr>
          <p:cNvSpPr>
            <a:spLocks noGrp="1"/>
          </p:cNvSpPr>
          <p:nvPr>
            <p:ph type="body" sz="quarter" idx="20" hasCustomPrompt="1"/>
          </p:nvPr>
        </p:nvSpPr>
        <p:spPr>
          <a:xfrm>
            <a:off x="4818930" y="3942985"/>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22" name="Text Placeholder 4">
            <a:extLst>
              <a:ext uri="{FF2B5EF4-FFF2-40B4-BE49-F238E27FC236}">
                <a16:creationId xmlns:a16="http://schemas.microsoft.com/office/drawing/2014/main" id="{64AC5FFC-6616-4F1B-B644-F0560ADC7ED3}"/>
              </a:ext>
            </a:extLst>
          </p:cNvPr>
          <p:cNvSpPr>
            <a:spLocks noGrp="1"/>
          </p:cNvSpPr>
          <p:nvPr>
            <p:ph type="body" sz="quarter" idx="21" hasCustomPrompt="1"/>
          </p:nvPr>
        </p:nvSpPr>
        <p:spPr>
          <a:xfrm>
            <a:off x="4818930" y="4625892"/>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pic>
        <p:nvPicPr>
          <p:cNvPr id="10" name="Graphic 9">
            <a:extLst>
              <a:ext uri="{FF2B5EF4-FFF2-40B4-BE49-F238E27FC236}">
                <a16:creationId xmlns:a16="http://schemas.microsoft.com/office/drawing/2014/main" id="{7F2C7208-C4AB-4962-96F0-F897DFFC37C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23" name="TextBox 22">
            <a:extLst>
              <a:ext uri="{FF2B5EF4-FFF2-40B4-BE49-F238E27FC236}">
                <a16:creationId xmlns:a16="http://schemas.microsoft.com/office/drawing/2014/main" id="{05DCFC83-97AB-BE40-9059-9CE8B2021737}"/>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bg1"/>
                </a:solidFill>
              </a:rPr>
              <a:t>CONFIDENTIAL. Copyright ©</a:t>
            </a:r>
          </a:p>
        </p:txBody>
      </p:sp>
      <p:cxnSp>
        <p:nvCxnSpPr>
          <p:cNvPr id="25" name="Straight Connector 24">
            <a:extLst>
              <a:ext uri="{FF2B5EF4-FFF2-40B4-BE49-F238E27FC236}">
                <a16:creationId xmlns:a16="http://schemas.microsoft.com/office/drawing/2014/main" id="{A040CC96-6026-B04A-A42D-A7A8F52BBA69}"/>
              </a:ext>
            </a:extLst>
          </p:cNvPr>
          <p:cNvCxnSpPr>
            <a:cxnSpLocks/>
          </p:cNvCxnSpPr>
          <p:nvPr userDrawn="1"/>
        </p:nvCxnSpPr>
        <p:spPr>
          <a:xfrm>
            <a:off x="3725348" y="914400"/>
            <a:ext cx="0" cy="525780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6" name="Text Placeholder 3">
            <a:extLst>
              <a:ext uri="{FF2B5EF4-FFF2-40B4-BE49-F238E27FC236}">
                <a16:creationId xmlns:a16="http://schemas.microsoft.com/office/drawing/2014/main" id="{AE04C751-FBC9-3B46-AAD4-46BD8DFA5D32}"/>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413035507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Picture">
    <p:spTree>
      <p:nvGrpSpPr>
        <p:cNvPr id="1" name=""/>
        <p:cNvGrpSpPr/>
        <p:nvPr/>
      </p:nvGrpSpPr>
      <p:grpSpPr>
        <a:xfrm>
          <a:off x="0" y="0"/>
          <a:ext cx="0" cy="0"/>
          <a:chOff x="0" y="0"/>
          <a:chExt cx="0" cy="0"/>
        </a:xfrm>
      </p:grpSpPr>
      <p:sp>
        <p:nvSpPr>
          <p:cNvPr id="23" name="Picture Placeholder 2">
            <a:extLst>
              <a:ext uri="{FF2B5EF4-FFF2-40B4-BE49-F238E27FC236}">
                <a16:creationId xmlns:a16="http://schemas.microsoft.com/office/drawing/2014/main" id="{DE24B927-3EC2-4323-B375-35AD1C731ADA}"/>
              </a:ext>
            </a:extLst>
          </p:cNvPr>
          <p:cNvSpPr>
            <a:spLocks noGrp="1"/>
          </p:cNvSpPr>
          <p:nvPr>
            <p:ph type="pic" sz="quarter" idx="22"/>
          </p:nvPr>
        </p:nvSpPr>
        <p:spPr>
          <a:xfrm>
            <a:off x="0" y="0"/>
            <a:ext cx="12192000" cy="6858000"/>
          </a:xfrm>
          <a:prstGeom prst="rect">
            <a:avLst/>
          </a:prstGeom>
          <a:solidFill>
            <a:schemeClr val="bg1">
              <a:lumMod val="65000"/>
            </a:schemeClr>
          </a:solidFill>
        </p:spPr>
        <p:txBody>
          <a:bodyPr/>
          <a:lstStyle>
            <a:lvl1pPr>
              <a:defRPr/>
            </a:lvl1pPr>
          </a:lstStyle>
          <a:p>
            <a:endParaRPr lang="en-US"/>
          </a:p>
        </p:txBody>
      </p:sp>
      <p:pic>
        <p:nvPicPr>
          <p:cNvPr id="8" name="Graphic 7">
            <a:extLst>
              <a:ext uri="{FF2B5EF4-FFF2-40B4-BE49-F238E27FC236}">
                <a16:creationId xmlns:a16="http://schemas.microsoft.com/office/drawing/2014/main" id="{EC2503D5-C016-4D7F-83A5-0A293996B8F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24" name="TextBox 23">
            <a:extLst>
              <a:ext uri="{FF2B5EF4-FFF2-40B4-BE49-F238E27FC236}">
                <a16:creationId xmlns:a16="http://schemas.microsoft.com/office/drawing/2014/main" id="{074065B5-82CF-0942-A54C-2DA21F896678}"/>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bg1"/>
                </a:solidFill>
              </a:rPr>
              <a:t>CONFIDENTIAL. Copyright ©</a:t>
            </a:r>
          </a:p>
        </p:txBody>
      </p:sp>
      <p:sp>
        <p:nvSpPr>
          <p:cNvPr id="32" name="Title 2">
            <a:extLst>
              <a:ext uri="{FF2B5EF4-FFF2-40B4-BE49-F238E27FC236}">
                <a16:creationId xmlns:a16="http://schemas.microsoft.com/office/drawing/2014/main" id="{481E60FF-59F4-A045-B79D-392594C3A2A2}"/>
              </a:ext>
            </a:extLst>
          </p:cNvPr>
          <p:cNvSpPr>
            <a:spLocks noGrp="1"/>
          </p:cNvSpPr>
          <p:nvPr>
            <p:ph type="title" hasCustomPrompt="1"/>
          </p:nvPr>
        </p:nvSpPr>
        <p:spPr>
          <a:xfrm>
            <a:off x="467140" y="1191039"/>
            <a:ext cx="3024846" cy="923330"/>
          </a:xfrm>
        </p:spPr>
        <p:txBody>
          <a:bodyPr wrap="square">
            <a:spAutoFit/>
          </a:bodyPr>
          <a:lstStyle>
            <a:lvl1pPr>
              <a:defRPr sz="6000" b="0">
                <a:solidFill>
                  <a:schemeClr val="bg1"/>
                </a:solidFill>
                <a:latin typeface="Calibri Light" panose="020F0302020204030204" pitchFamily="34" charset="0"/>
                <a:cs typeface="Calibri Light" panose="020F0302020204030204" pitchFamily="34" charset="0"/>
              </a:defRPr>
            </a:lvl1pPr>
          </a:lstStyle>
          <a:p>
            <a:r>
              <a:rPr lang="en-US"/>
              <a:t>Contents</a:t>
            </a:r>
          </a:p>
        </p:txBody>
      </p:sp>
      <p:sp>
        <p:nvSpPr>
          <p:cNvPr id="33" name="Text Placeholder 4">
            <a:extLst>
              <a:ext uri="{FF2B5EF4-FFF2-40B4-BE49-F238E27FC236}">
                <a16:creationId xmlns:a16="http://schemas.microsoft.com/office/drawing/2014/main" id="{E107DFBB-2291-EC41-BE16-FC9C5276EAAA}"/>
              </a:ext>
            </a:extLst>
          </p:cNvPr>
          <p:cNvSpPr>
            <a:spLocks noGrp="1"/>
          </p:cNvSpPr>
          <p:nvPr>
            <p:ph type="body" sz="quarter" idx="10" hasCustomPrompt="1"/>
          </p:nvPr>
        </p:nvSpPr>
        <p:spPr>
          <a:xfrm>
            <a:off x="4086639" y="1191039"/>
            <a:ext cx="498928" cy="321627"/>
          </a:xfrm>
          <a:prstGeom prst="rect">
            <a:avLst/>
          </a:prstGeom>
        </p:spPr>
        <p:txBody>
          <a:bodyPr wrap="square" anchor="t" anchorCtr="0">
            <a:spAutoFit/>
          </a:bodyPr>
          <a:lstStyle>
            <a:lvl1pPr algn="r">
              <a:defRPr sz="2000" b="1">
                <a:solidFill>
                  <a:schemeClr val="bg1"/>
                </a:solidFill>
              </a:defRPr>
            </a:lvl1pPr>
          </a:lstStyle>
          <a:p>
            <a:pPr lvl="0"/>
            <a:r>
              <a:rPr lang="en-US"/>
              <a:t>01</a:t>
            </a:r>
          </a:p>
        </p:txBody>
      </p:sp>
      <p:sp>
        <p:nvSpPr>
          <p:cNvPr id="34" name="Text Placeholder 4">
            <a:extLst>
              <a:ext uri="{FF2B5EF4-FFF2-40B4-BE49-F238E27FC236}">
                <a16:creationId xmlns:a16="http://schemas.microsoft.com/office/drawing/2014/main" id="{D13EC089-F387-EA41-87D3-D7758396AEA8}"/>
              </a:ext>
            </a:extLst>
          </p:cNvPr>
          <p:cNvSpPr>
            <a:spLocks noGrp="1"/>
          </p:cNvSpPr>
          <p:nvPr>
            <p:ph type="body" sz="quarter" idx="11" hasCustomPrompt="1"/>
          </p:nvPr>
        </p:nvSpPr>
        <p:spPr>
          <a:xfrm>
            <a:off x="4086639" y="1884106"/>
            <a:ext cx="498928" cy="321627"/>
          </a:xfrm>
          <a:prstGeom prst="rect">
            <a:avLst/>
          </a:prstGeom>
        </p:spPr>
        <p:txBody>
          <a:bodyPr wrap="square" anchor="t" anchorCtr="0">
            <a:spAutoFit/>
          </a:bodyPr>
          <a:lstStyle>
            <a:lvl1pPr algn="r">
              <a:defRPr sz="2000" b="1">
                <a:solidFill>
                  <a:schemeClr val="bg1"/>
                </a:solidFill>
              </a:defRPr>
            </a:lvl1pPr>
          </a:lstStyle>
          <a:p>
            <a:pPr lvl="0"/>
            <a:r>
              <a:rPr lang="en-US"/>
              <a:t>02</a:t>
            </a:r>
          </a:p>
        </p:txBody>
      </p:sp>
      <p:sp>
        <p:nvSpPr>
          <p:cNvPr id="35" name="Text Placeholder 4">
            <a:extLst>
              <a:ext uri="{FF2B5EF4-FFF2-40B4-BE49-F238E27FC236}">
                <a16:creationId xmlns:a16="http://schemas.microsoft.com/office/drawing/2014/main" id="{2C0E4EA0-AEC6-2040-9DC8-9823144C8DCB}"/>
              </a:ext>
            </a:extLst>
          </p:cNvPr>
          <p:cNvSpPr>
            <a:spLocks noGrp="1"/>
          </p:cNvSpPr>
          <p:nvPr>
            <p:ph type="body" sz="quarter" idx="12" hasCustomPrompt="1"/>
          </p:nvPr>
        </p:nvSpPr>
        <p:spPr>
          <a:xfrm>
            <a:off x="4086639" y="2567012"/>
            <a:ext cx="498928" cy="321627"/>
          </a:xfrm>
          <a:prstGeom prst="rect">
            <a:avLst/>
          </a:prstGeom>
        </p:spPr>
        <p:txBody>
          <a:bodyPr wrap="square" anchor="t" anchorCtr="0">
            <a:spAutoFit/>
          </a:bodyPr>
          <a:lstStyle>
            <a:lvl1pPr algn="r">
              <a:defRPr sz="2000" b="1">
                <a:solidFill>
                  <a:schemeClr val="bg1"/>
                </a:solidFill>
              </a:defRPr>
            </a:lvl1pPr>
          </a:lstStyle>
          <a:p>
            <a:pPr lvl="0"/>
            <a:r>
              <a:rPr lang="en-US"/>
              <a:t>03</a:t>
            </a:r>
          </a:p>
        </p:txBody>
      </p:sp>
      <p:sp>
        <p:nvSpPr>
          <p:cNvPr id="36" name="Text Placeholder 4">
            <a:extLst>
              <a:ext uri="{FF2B5EF4-FFF2-40B4-BE49-F238E27FC236}">
                <a16:creationId xmlns:a16="http://schemas.microsoft.com/office/drawing/2014/main" id="{019E3807-3E52-E344-BE1D-80D26E0087DB}"/>
              </a:ext>
            </a:extLst>
          </p:cNvPr>
          <p:cNvSpPr>
            <a:spLocks noGrp="1"/>
          </p:cNvSpPr>
          <p:nvPr>
            <p:ph type="body" sz="quarter" idx="13" hasCustomPrompt="1"/>
          </p:nvPr>
        </p:nvSpPr>
        <p:spPr>
          <a:xfrm>
            <a:off x="4086639" y="3260079"/>
            <a:ext cx="498928" cy="321627"/>
          </a:xfrm>
          <a:prstGeom prst="rect">
            <a:avLst/>
          </a:prstGeom>
        </p:spPr>
        <p:txBody>
          <a:bodyPr wrap="square" anchor="t" anchorCtr="0">
            <a:spAutoFit/>
          </a:bodyPr>
          <a:lstStyle>
            <a:lvl1pPr algn="r">
              <a:defRPr sz="2000" b="1">
                <a:solidFill>
                  <a:schemeClr val="bg1"/>
                </a:solidFill>
              </a:defRPr>
            </a:lvl1pPr>
          </a:lstStyle>
          <a:p>
            <a:pPr lvl="0"/>
            <a:r>
              <a:rPr lang="en-US"/>
              <a:t>04</a:t>
            </a:r>
          </a:p>
        </p:txBody>
      </p:sp>
      <p:sp>
        <p:nvSpPr>
          <p:cNvPr id="37" name="Text Placeholder 4">
            <a:extLst>
              <a:ext uri="{FF2B5EF4-FFF2-40B4-BE49-F238E27FC236}">
                <a16:creationId xmlns:a16="http://schemas.microsoft.com/office/drawing/2014/main" id="{CB1D9E5D-6DB8-F543-AD52-933C5C991DBB}"/>
              </a:ext>
            </a:extLst>
          </p:cNvPr>
          <p:cNvSpPr>
            <a:spLocks noGrp="1"/>
          </p:cNvSpPr>
          <p:nvPr>
            <p:ph type="body" sz="quarter" idx="14" hasCustomPrompt="1"/>
          </p:nvPr>
        </p:nvSpPr>
        <p:spPr>
          <a:xfrm>
            <a:off x="4086639" y="3942985"/>
            <a:ext cx="498928" cy="321627"/>
          </a:xfrm>
          <a:prstGeom prst="rect">
            <a:avLst/>
          </a:prstGeom>
        </p:spPr>
        <p:txBody>
          <a:bodyPr wrap="square" anchor="t" anchorCtr="0">
            <a:spAutoFit/>
          </a:bodyPr>
          <a:lstStyle>
            <a:lvl1pPr algn="r">
              <a:defRPr sz="2000" b="1">
                <a:solidFill>
                  <a:schemeClr val="bg1"/>
                </a:solidFill>
              </a:defRPr>
            </a:lvl1pPr>
          </a:lstStyle>
          <a:p>
            <a:pPr lvl="0"/>
            <a:r>
              <a:rPr lang="en-US"/>
              <a:t>05</a:t>
            </a:r>
          </a:p>
        </p:txBody>
      </p:sp>
      <p:sp>
        <p:nvSpPr>
          <p:cNvPr id="38" name="Text Placeholder 4">
            <a:extLst>
              <a:ext uri="{FF2B5EF4-FFF2-40B4-BE49-F238E27FC236}">
                <a16:creationId xmlns:a16="http://schemas.microsoft.com/office/drawing/2014/main" id="{DCAEE080-41A6-D445-8E6D-2AF68332C85C}"/>
              </a:ext>
            </a:extLst>
          </p:cNvPr>
          <p:cNvSpPr>
            <a:spLocks noGrp="1"/>
          </p:cNvSpPr>
          <p:nvPr>
            <p:ph type="body" sz="quarter" idx="15" hasCustomPrompt="1"/>
          </p:nvPr>
        </p:nvSpPr>
        <p:spPr>
          <a:xfrm>
            <a:off x="4086639" y="4625892"/>
            <a:ext cx="498928" cy="321627"/>
          </a:xfrm>
          <a:prstGeom prst="rect">
            <a:avLst/>
          </a:prstGeom>
        </p:spPr>
        <p:txBody>
          <a:bodyPr wrap="square" anchor="t" anchorCtr="0">
            <a:spAutoFit/>
          </a:bodyPr>
          <a:lstStyle>
            <a:lvl1pPr algn="r">
              <a:defRPr sz="2000" b="1">
                <a:solidFill>
                  <a:schemeClr val="bg1"/>
                </a:solidFill>
              </a:defRPr>
            </a:lvl1pPr>
          </a:lstStyle>
          <a:p>
            <a:pPr lvl="0"/>
            <a:r>
              <a:rPr lang="en-US"/>
              <a:t>06</a:t>
            </a:r>
          </a:p>
        </p:txBody>
      </p:sp>
      <p:sp>
        <p:nvSpPr>
          <p:cNvPr id="39" name="Text Placeholder 4">
            <a:extLst>
              <a:ext uri="{FF2B5EF4-FFF2-40B4-BE49-F238E27FC236}">
                <a16:creationId xmlns:a16="http://schemas.microsoft.com/office/drawing/2014/main" id="{D24A6FF9-0ADC-3D4D-B95A-23ED94770AE1}"/>
              </a:ext>
            </a:extLst>
          </p:cNvPr>
          <p:cNvSpPr>
            <a:spLocks noGrp="1"/>
          </p:cNvSpPr>
          <p:nvPr>
            <p:ph type="body" sz="quarter" idx="16" hasCustomPrompt="1"/>
          </p:nvPr>
        </p:nvSpPr>
        <p:spPr>
          <a:xfrm>
            <a:off x="4818930" y="1191039"/>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40" name="Text Placeholder 4">
            <a:extLst>
              <a:ext uri="{FF2B5EF4-FFF2-40B4-BE49-F238E27FC236}">
                <a16:creationId xmlns:a16="http://schemas.microsoft.com/office/drawing/2014/main" id="{17202BF7-08E8-0642-B5BB-1D4E28A491E9}"/>
              </a:ext>
            </a:extLst>
          </p:cNvPr>
          <p:cNvSpPr>
            <a:spLocks noGrp="1"/>
          </p:cNvSpPr>
          <p:nvPr>
            <p:ph type="body" sz="quarter" idx="17" hasCustomPrompt="1"/>
          </p:nvPr>
        </p:nvSpPr>
        <p:spPr>
          <a:xfrm>
            <a:off x="4818930" y="1884106"/>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41" name="Text Placeholder 4">
            <a:extLst>
              <a:ext uri="{FF2B5EF4-FFF2-40B4-BE49-F238E27FC236}">
                <a16:creationId xmlns:a16="http://schemas.microsoft.com/office/drawing/2014/main" id="{E1DF2E15-278E-BB41-AB8F-A0A51FACFD79}"/>
              </a:ext>
            </a:extLst>
          </p:cNvPr>
          <p:cNvSpPr>
            <a:spLocks noGrp="1"/>
          </p:cNvSpPr>
          <p:nvPr>
            <p:ph type="body" sz="quarter" idx="18" hasCustomPrompt="1"/>
          </p:nvPr>
        </p:nvSpPr>
        <p:spPr>
          <a:xfrm>
            <a:off x="4818930" y="2567012"/>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42" name="Text Placeholder 4">
            <a:extLst>
              <a:ext uri="{FF2B5EF4-FFF2-40B4-BE49-F238E27FC236}">
                <a16:creationId xmlns:a16="http://schemas.microsoft.com/office/drawing/2014/main" id="{770D617C-6EF1-9847-9E19-F322FAC38A28}"/>
              </a:ext>
            </a:extLst>
          </p:cNvPr>
          <p:cNvSpPr>
            <a:spLocks noGrp="1"/>
          </p:cNvSpPr>
          <p:nvPr>
            <p:ph type="body" sz="quarter" idx="19" hasCustomPrompt="1"/>
          </p:nvPr>
        </p:nvSpPr>
        <p:spPr>
          <a:xfrm>
            <a:off x="4818930" y="3260079"/>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43" name="Text Placeholder 4">
            <a:extLst>
              <a:ext uri="{FF2B5EF4-FFF2-40B4-BE49-F238E27FC236}">
                <a16:creationId xmlns:a16="http://schemas.microsoft.com/office/drawing/2014/main" id="{C49568AB-E132-0347-B868-577B88807D7B}"/>
              </a:ext>
            </a:extLst>
          </p:cNvPr>
          <p:cNvSpPr>
            <a:spLocks noGrp="1"/>
          </p:cNvSpPr>
          <p:nvPr>
            <p:ph type="body" sz="quarter" idx="20" hasCustomPrompt="1"/>
          </p:nvPr>
        </p:nvSpPr>
        <p:spPr>
          <a:xfrm>
            <a:off x="4818930" y="3942985"/>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44" name="Text Placeholder 4">
            <a:extLst>
              <a:ext uri="{FF2B5EF4-FFF2-40B4-BE49-F238E27FC236}">
                <a16:creationId xmlns:a16="http://schemas.microsoft.com/office/drawing/2014/main" id="{BA277EC2-1880-A64A-8CD9-EAFCECD5EA2D}"/>
              </a:ext>
            </a:extLst>
          </p:cNvPr>
          <p:cNvSpPr>
            <a:spLocks noGrp="1"/>
          </p:cNvSpPr>
          <p:nvPr>
            <p:ph type="body" sz="quarter" idx="21" hasCustomPrompt="1"/>
          </p:nvPr>
        </p:nvSpPr>
        <p:spPr>
          <a:xfrm>
            <a:off x="4818930" y="4625892"/>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cxnSp>
        <p:nvCxnSpPr>
          <p:cNvPr id="45" name="Straight Connector 44">
            <a:extLst>
              <a:ext uri="{FF2B5EF4-FFF2-40B4-BE49-F238E27FC236}">
                <a16:creationId xmlns:a16="http://schemas.microsoft.com/office/drawing/2014/main" id="{3D8C977B-490A-7A40-83B1-341231F1E4DA}"/>
              </a:ext>
            </a:extLst>
          </p:cNvPr>
          <p:cNvCxnSpPr>
            <a:cxnSpLocks/>
          </p:cNvCxnSpPr>
          <p:nvPr userDrawn="1"/>
        </p:nvCxnSpPr>
        <p:spPr>
          <a:xfrm>
            <a:off x="3725348" y="914400"/>
            <a:ext cx="0" cy="525780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6" name="Text Placeholder 3">
            <a:extLst>
              <a:ext uri="{FF2B5EF4-FFF2-40B4-BE49-F238E27FC236}">
                <a16:creationId xmlns:a16="http://schemas.microsoft.com/office/drawing/2014/main" id="{F46579F0-C0D7-394C-ABF4-CA5A1613E04C}"/>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926635243"/>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DF03CD9-50C7-44B7-B928-FC1A6F91398C}"/>
              </a:ext>
            </a:extLst>
          </p:cNvPr>
          <p:cNvSpPr>
            <a:spLocks noGrp="1"/>
          </p:cNvSpPr>
          <p:nvPr>
            <p:ph type="title" hasCustomPrompt="1"/>
          </p:nvPr>
        </p:nvSpPr>
        <p:spPr>
          <a:xfrm>
            <a:off x="457201" y="2292310"/>
            <a:ext cx="7450138" cy="923330"/>
          </a:xfrm>
        </p:spPr>
        <p:txBody>
          <a:bodyPr wrap="square">
            <a:spAutoFit/>
          </a:bodyPr>
          <a:lstStyle>
            <a:lvl1pPr>
              <a:defRPr sz="6000">
                <a:latin typeface="Calibri Light" panose="020F0302020204030204" pitchFamily="34" charset="0"/>
                <a:cs typeface="Calibri Light" panose="020F0302020204030204" pitchFamily="34" charset="0"/>
              </a:defRPr>
            </a:lvl1pPr>
          </a:lstStyle>
          <a:p>
            <a:r>
              <a:rPr lang="en-US"/>
              <a:t>Section Header</a:t>
            </a:r>
          </a:p>
        </p:txBody>
      </p:sp>
      <p:sp>
        <p:nvSpPr>
          <p:cNvPr id="4" name="Text Placeholder 3">
            <a:extLst>
              <a:ext uri="{FF2B5EF4-FFF2-40B4-BE49-F238E27FC236}">
                <a16:creationId xmlns:a16="http://schemas.microsoft.com/office/drawing/2014/main" id="{1F897BD5-071C-4070-AB48-99AEFB09E739}"/>
              </a:ext>
            </a:extLst>
          </p:cNvPr>
          <p:cNvSpPr>
            <a:spLocks noGrp="1"/>
          </p:cNvSpPr>
          <p:nvPr>
            <p:ph type="body" sz="quarter" idx="10"/>
          </p:nvPr>
        </p:nvSpPr>
        <p:spPr>
          <a:xfrm>
            <a:off x="457200" y="3429000"/>
            <a:ext cx="8632825" cy="2057400"/>
          </a:xfrm>
          <a:prstGeom prst="rect">
            <a:avLst/>
          </a:prstGeom>
        </p:spPr>
        <p:txBody>
          <a:bodyPr/>
          <a:lstStyle>
            <a:lvl1pPr>
              <a:defRPr sz="1800"/>
            </a:lvl1pPr>
            <a:lvl2pPr>
              <a:buNone/>
              <a:defRPr/>
            </a:lvl2pPr>
          </a:lstStyle>
          <a:p>
            <a:pPr lvl="0"/>
            <a:r>
              <a:rPr lang="en-US"/>
              <a:t>Click to edit Master text styles</a:t>
            </a:r>
          </a:p>
        </p:txBody>
      </p:sp>
    </p:spTree>
    <p:extLst>
      <p:ext uri="{BB962C8B-B14F-4D97-AF65-F5344CB8AC3E}">
        <p14:creationId xmlns:p14="http://schemas.microsoft.com/office/powerpoint/2010/main" val="47789748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2D1CE3-09AB-4B8F-B4EA-802DA1F8168A}"/>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8" name="Title 2">
            <a:extLst>
              <a:ext uri="{FF2B5EF4-FFF2-40B4-BE49-F238E27FC236}">
                <a16:creationId xmlns:a16="http://schemas.microsoft.com/office/drawing/2014/main" id="{B0330134-8A98-4980-8768-0A6F6740898D}"/>
              </a:ext>
            </a:extLst>
          </p:cNvPr>
          <p:cNvSpPr>
            <a:spLocks noGrp="1"/>
          </p:cNvSpPr>
          <p:nvPr>
            <p:ph type="title" hasCustomPrompt="1"/>
          </p:nvPr>
        </p:nvSpPr>
        <p:spPr>
          <a:xfrm>
            <a:off x="457201" y="2292310"/>
            <a:ext cx="7450138" cy="923330"/>
          </a:xfrm>
        </p:spPr>
        <p:txBody>
          <a:bodyPr wrap="square">
            <a:spAutoFit/>
          </a:bodyPr>
          <a:lstStyle>
            <a:lvl1pPr>
              <a:defRPr sz="6000">
                <a:solidFill>
                  <a:schemeClr val="bg1"/>
                </a:solidFill>
                <a:latin typeface="Calibri Light" panose="020F0302020204030204" pitchFamily="34" charset="0"/>
                <a:cs typeface="Calibri Light" panose="020F0302020204030204" pitchFamily="34" charset="0"/>
              </a:defRPr>
            </a:lvl1pPr>
          </a:lstStyle>
          <a:p>
            <a:r>
              <a:rPr lang="en-US"/>
              <a:t>Section Header</a:t>
            </a:r>
          </a:p>
        </p:txBody>
      </p:sp>
      <p:sp>
        <p:nvSpPr>
          <p:cNvPr id="10" name="Text Placeholder 3">
            <a:extLst>
              <a:ext uri="{FF2B5EF4-FFF2-40B4-BE49-F238E27FC236}">
                <a16:creationId xmlns:a16="http://schemas.microsoft.com/office/drawing/2014/main" id="{45AAE230-03E7-412A-8ABA-3FCF0021065E}"/>
              </a:ext>
            </a:extLst>
          </p:cNvPr>
          <p:cNvSpPr>
            <a:spLocks noGrp="1"/>
          </p:cNvSpPr>
          <p:nvPr>
            <p:ph type="body" sz="quarter" idx="10"/>
          </p:nvPr>
        </p:nvSpPr>
        <p:spPr>
          <a:xfrm>
            <a:off x="457200" y="3429000"/>
            <a:ext cx="8632825" cy="2057400"/>
          </a:xfrm>
          <a:prstGeom prst="rect">
            <a:avLst/>
          </a:prstGeom>
        </p:spPr>
        <p:txBody>
          <a:bodyPr/>
          <a:lstStyle>
            <a:lvl1pPr>
              <a:defRPr sz="1800">
                <a:solidFill>
                  <a:schemeClr val="bg1"/>
                </a:solidFill>
              </a:defRPr>
            </a:lvl1pPr>
            <a:lvl2pPr>
              <a:buNone/>
              <a:defRPr/>
            </a:lvl2pPr>
          </a:lstStyle>
          <a:p>
            <a:pPr lvl="0"/>
            <a:r>
              <a:rPr lang="en-US"/>
              <a:t>Click to edit Master text styles</a:t>
            </a:r>
          </a:p>
        </p:txBody>
      </p:sp>
      <p:pic>
        <p:nvPicPr>
          <p:cNvPr id="3" name="Graphic 2">
            <a:extLst>
              <a:ext uri="{FF2B5EF4-FFF2-40B4-BE49-F238E27FC236}">
                <a16:creationId xmlns:a16="http://schemas.microsoft.com/office/drawing/2014/main" id="{ED39377C-A4AF-4B79-9CA5-600FF7C9AA2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9" name="TextBox 8">
            <a:extLst>
              <a:ext uri="{FF2B5EF4-FFF2-40B4-BE49-F238E27FC236}">
                <a16:creationId xmlns:a16="http://schemas.microsoft.com/office/drawing/2014/main" id="{581E7284-C854-184C-A06D-CACC02F73E92}"/>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bg1"/>
                </a:solidFill>
              </a:rPr>
              <a:t>CONFIDENTIAL. Copyright ©</a:t>
            </a:r>
          </a:p>
        </p:txBody>
      </p:sp>
      <p:sp>
        <p:nvSpPr>
          <p:cNvPr id="12" name="Text Placeholder 3">
            <a:extLst>
              <a:ext uri="{FF2B5EF4-FFF2-40B4-BE49-F238E27FC236}">
                <a16:creationId xmlns:a16="http://schemas.microsoft.com/office/drawing/2014/main" id="{18A1A574-71CC-6640-9BC0-9339C3ABCCC1}"/>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70199248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Picture">
    <p:spTree>
      <p:nvGrpSpPr>
        <p:cNvPr id="1" name=""/>
        <p:cNvGrpSpPr/>
        <p:nvPr/>
      </p:nvGrpSpPr>
      <p:grpSpPr>
        <a:xfrm>
          <a:off x="0" y="0"/>
          <a:ext cx="0" cy="0"/>
          <a:chOff x="0" y="0"/>
          <a:chExt cx="0" cy="0"/>
        </a:xfrm>
      </p:grpSpPr>
      <p:sp>
        <p:nvSpPr>
          <p:cNvPr id="12" name="Picture Placeholder 2">
            <a:extLst>
              <a:ext uri="{FF2B5EF4-FFF2-40B4-BE49-F238E27FC236}">
                <a16:creationId xmlns:a16="http://schemas.microsoft.com/office/drawing/2014/main" id="{AC1C81F5-54D7-4540-9257-18BFF40092EA}"/>
              </a:ext>
            </a:extLst>
          </p:cNvPr>
          <p:cNvSpPr>
            <a:spLocks noGrp="1"/>
          </p:cNvSpPr>
          <p:nvPr>
            <p:ph type="pic" sz="quarter" idx="13"/>
          </p:nvPr>
        </p:nvSpPr>
        <p:spPr>
          <a:xfrm>
            <a:off x="0" y="0"/>
            <a:ext cx="12192000" cy="6858000"/>
          </a:xfrm>
          <a:prstGeom prst="rect">
            <a:avLst/>
          </a:prstGeom>
          <a:solidFill>
            <a:schemeClr val="bg1">
              <a:lumMod val="65000"/>
            </a:schemeClr>
          </a:solidFill>
        </p:spPr>
        <p:txBody>
          <a:bodyPr/>
          <a:lstStyle>
            <a:lvl1pPr>
              <a:defRPr/>
            </a:lvl1pPr>
          </a:lstStyle>
          <a:p>
            <a:endParaRPr lang="en-US"/>
          </a:p>
        </p:txBody>
      </p:sp>
      <p:sp>
        <p:nvSpPr>
          <p:cNvPr id="9" name="Title 2">
            <a:extLst>
              <a:ext uri="{FF2B5EF4-FFF2-40B4-BE49-F238E27FC236}">
                <a16:creationId xmlns:a16="http://schemas.microsoft.com/office/drawing/2014/main" id="{2C8D4D26-39BC-439E-9736-9CE3385DD9DC}"/>
              </a:ext>
            </a:extLst>
          </p:cNvPr>
          <p:cNvSpPr>
            <a:spLocks noGrp="1"/>
          </p:cNvSpPr>
          <p:nvPr>
            <p:ph type="title" hasCustomPrompt="1"/>
          </p:nvPr>
        </p:nvSpPr>
        <p:spPr>
          <a:xfrm>
            <a:off x="457201" y="2292310"/>
            <a:ext cx="7450138" cy="923330"/>
          </a:xfrm>
        </p:spPr>
        <p:txBody>
          <a:bodyPr wrap="square">
            <a:spAutoFit/>
          </a:bodyPr>
          <a:lstStyle>
            <a:lvl1pPr>
              <a:defRPr sz="6000">
                <a:solidFill>
                  <a:schemeClr val="bg1"/>
                </a:solidFill>
                <a:latin typeface="Calibri Light" panose="020F0302020204030204" pitchFamily="34" charset="0"/>
                <a:cs typeface="Calibri Light" panose="020F0302020204030204" pitchFamily="34" charset="0"/>
              </a:defRPr>
            </a:lvl1pPr>
          </a:lstStyle>
          <a:p>
            <a:r>
              <a:rPr lang="en-US"/>
              <a:t>Section Header</a:t>
            </a:r>
          </a:p>
        </p:txBody>
      </p:sp>
      <p:sp>
        <p:nvSpPr>
          <p:cNvPr id="10" name="Text Placeholder 3">
            <a:extLst>
              <a:ext uri="{FF2B5EF4-FFF2-40B4-BE49-F238E27FC236}">
                <a16:creationId xmlns:a16="http://schemas.microsoft.com/office/drawing/2014/main" id="{E33501BA-291D-41ED-BCBD-8B23A9C86C4B}"/>
              </a:ext>
            </a:extLst>
          </p:cNvPr>
          <p:cNvSpPr>
            <a:spLocks noGrp="1"/>
          </p:cNvSpPr>
          <p:nvPr>
            <p:ph type="body" sz="quarter" idx="11"/>
          </p:nvPr>
        </p:nvSpPr>
        <p:spPr>
          <a:xfrm>
            <a:off x="457200" y="3429000"/>
            <a:ext cx="8632825" cy="2057400"/>
          </a:xfrm>
          <a:prstGeom prst="rect">
            <a:avLst/>
          </a:prstGeom>
        </p:spPr>
        <p:txBody>
          <a:bodyPr/>
          <a:lstStyle>
            <a:lvl1pPr>
              <a:defRPr sz="1800">
                <a:solidFill>
                  <a:schemeClr val="bg1"/>
                </a:solidFill>
              </a:defRPr>
            </a:lvl1pPr>
            <a:lvl2pPr>
              <a:buNone/>
              <a:defRPr/>
            </a:lvl2pPr>
          </a:lstStyle>
          <a:p>
            <a:pPr lvl="0"/>
            <a:r>
              <a:rPr lang="en-US"/>
              <a:t>Click to edit Master text styles</a:t>
            </a:r>
          </a:p>
        </p:txBody>
      </p:sp>
      <p:sp>
        <p:nvSpPr>
          <p:cNvPr id="8" name="TextBox 7">
            <a:extLst>
              <a:ext uri="{FF2B5EF4-FFF2-40B4-BE49-F238E27FC236}">
                <a16:creationId xmlns:a16="http://schemas.microsoft.com/office/drawing/2014/main" id="{F10D9AC8-F415-4F41-81BB-33EEA9AD7083}"/>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bg1"/>
                </a:solidFill>
              </a:rPr>
              <a:t>CONFIDENTIAL. Copyright ©</a:t>
            </a:r>
          </a:p>
        </p:txBody>
      </p:sp>
      <p:sp>
        <p:nvSpPr>
          <p:cNvPr id="14" name="Text Placeholder 3">
            <a:extLst>
              <a:ext uri="{FF2B5EF4-FFF2-40B4-BE49-F238E27FC236}">
                <a16:creationId xmlns:a16="http://schemas.microsoft.com/office/drawing/2014/main" id="{6CAD51B5-4F0B-1246-8F71-7B2D95B954E2}"/>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pic>
        <p:nvPicPr>
          <p:cNvPr id="11" name="Graphic 10">
            <a:extLst>
              <a:ext uri="{FF2B5EF4-FFF2-40B4-BE49-F238E27FC236}">
                <a16:creationId xmlns:a16="http://schemas.microsoft.com/office/drawing/2014/main" id="{41B932DC-E0AB-5041-A632-07A26B0EB21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4202655845"/>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1" name="Title 1"/>
          <p:cNvSpPr>
            <a:spLocks noGrp="1"/>
          </p:cNvSpPr>
          <p:nvPr>
            <p:ph type="title"/>
          </p:nvPr>
        </p:nvSpPr>
        <p:spPr>
          <a:xfrm>
            <a:off x="457200" y="457200"/>
            <a:ext cx="11274552" cy="457200"/>
          </a:xfrm>
        </p:spPr>
        <p:txBody>
          <a:bodyPr/>
          <a:lstStyle>
            <a:lvl1pPr>
              <a:defRPr b="1">
                <a:latin typeface="+mn-lt"/>
              </a:defRPr>
            </a:lvl1pPr>
          </a:lstStyle>
          <a:p>
            <a:r>
              <a:rPr lang="en-US"/>
              <a:t>Click to edit Master title style</a:t>
            </a:r>
          </a:p>
        </p:txBody>
      </p:sp>
    </p:spTree>
    <p:extLst>
      <p:ext uri="{BB962C8B-B14F-4D97-AF65-F5344CB8AC3E}">
        <p14:creationId xmlns:p14="http://schemas.microsoft.com/office/powerpoint/2010/main" val="3850515868"/>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UpSubtitle">
    <p:spTree>
      <p:nvGrpSpPr>
        <p:cNvPr id="1" name=""/>
        <p:cNvGrpSpPr/>
        <p:nvPr/>
      </p:nvGrpSpPr>
      <p:grpSpPr>
        <a:xfrm>
          <a:off x="0" y="0"/>
          <a:ext cx="0" cy="0"/>
          <a:chOff x="0" y="0"/>
          <a:chExt cx="0" cy="0"/>
        </a:xfrm>
      </p:grpSpPr>
      <p:sp>
        <p:nvSpPr>
          <p:cNvPr id="11" name="Title 1"/>
          <p:cNvSpPr>
            <a:spLocks noGrp="1"/>
          </p:cNvSpPr>
          <p:nvPr>
            <p:ph type="title"/>
          </p:nvPr>
        </p:nvSpPr>
        <p:spPr>
          <a:xfrm>
            <a:off x="457200" y="457200"/>
            <a:ext cx="11274552" cy="4572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1153306932"/>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11" name="Title 1"/>
          <p:cNvSpPr>
            <a:spLocks noGrp="1"/>
          </p:cNvSpPr>
          <p:nvPr>
            <p:ph type="title"/>
          </p:nvPr>
        </p:nvSpPr>
        <p:spPr>
          <a:xfrm>
            <a:off x="457200" y="457200"/>
            <a:ext cx="11274552" cy="4572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
        <p:nvSpPr>
          <p:cNvPr id="6" name="Text Placeholder 8">
            <a:extLst>
              <a:ext uri="{FF2B5EF4-FFF2-40B4-BE49-F238E27FC236}">
                <a16:creationId xmlns:a16="http://schemas.microsoft.com/office/drawing/2014/main" id="{E4F57360-96E0-124A-8B27-F0C4589ED94D}"/>
              </a:ext>
            </a:extLst>
          </p:cNvPr>
          <p:cNvSpPr>
            <a:spLocks noGrp="1"/>
          </p:cNvSpPr>
          <p:nvPr>
            <p:ph type="body" sz="quarter" idx="11"/>
          </p:nvPr>
        </p:nvSpPr>
        <p:spPr>
          <a:xfrm>
            <a:off x="457200" y="912147"/>
            <a:ext cx="11274552" cy="276999"/>
          </a:xfrm>
          <a:prstGeom prst="rect">
            <a:avLst/>
          </a:prstGeom>
        </p:spPr>
        <p:txBody>
          <a:bodyPr wrap="square" lIns="0" tIns="0" rIns="0" bIns="0" anchor="t" anchorCtr="0">
            <a:spAutoFit/>
          </a:bodyPr>
          <a:lstStyle>
            <a:lvl1pPr marL="0" indent="0">
              <a:lnSpc>
                <a:spcPct val="100000"/>
              </a:lnSpc>
              <a:spcBef>
                <a:spcPts val="0"/>
              </a:spcBef>
              <a:buNone/>
              <a:defRPr sz="1800" b="0" i="0">
                <a:solidFill>
                  <a:schemeClr val="accent2"/>
                </a:solidFill>
              </a:defRPr>
            </a:lvl1pPr>
          </a:lstStyle>
          <a:p>
            <a:pPr lvl="0"/>
            <a:r>
              <a:rPr lang="en-US"/>
              <a:t>Edit Master text styles</a:t>
            </a:r>
          </a:p>
        </p:txBody>
      </p:sp>
    </p:spTree>
    <p:extLst>
      <p:ext uri="{BB962C8B-B14F-4D97-AF65-F5344CB8AC3E}">
        <p14:creationId xmlns:p14="http://schemas.microsoft.com/office/powerpoint/2010/main" val="86189849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4907749"/>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Blac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90717A-8E85-0A40-B27D-E9A4F8826E8E}"/>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7" name="Graphic 6">
            <a:extLst>
              <a:ext uri="{FF2B5EF4-FFF2-40B4-BE49-F238E27FC236}">
                <a16:creationId xmlns:a16="http://schemas.microsoft.com/office/drawing/2014/main" id="{218CE59C-541D-F946-A8DA-A4B9F8BF479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10" name="TextBox 9">
            <a:extLst>
              <a:ext uri="{FF2B5EF4-FFF2-40B4-BE49-F238E27FC236}">
                <a16:creationId xmlns:a16="http://schemas.microsoft.com/office/drawing/2014/main" id="{3F83E1B4-D017-3E4B-8268-79DFC41DB4DB}"/>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bg1"/>
                </a:solidFill>
              </a:rPr>
              <a:t>CONFIDENTIAL. Copyright ©</a:t>
            </a:r>
          </a:p>
        </p:txBody>
      </p:sp>
      <p:sp>
        <p:nvSpPr>
          <p:cNvPr id="8" name="Title 1">
            <a:extLst>
              <a:ext uri="{FF2B5EF4-FFF2-40B4-BE49-F238E27FC236}">
                <a16:creationId xmlns:a16="http://schemas.microsoft.com/office/drawing/2014/main" id="{267E2E61-17F9-0842-9210-A1111E25B866}"/>
              </a:ext>
            </a:extLst>
          </p:cNvPr>
          <p:cNvSpPr>
            <a:spLocks noGrp="1"/>
          </p:cNvSpPr>
          <p:nvPr>
            <p:ph type="title"/>
          </p:nvPr>
        </p:nvSpPr>
        <p:spPr>
          <a:xfrm>
            <a:off x="457200" y="457200"/>
            <a:ext cx="11274552" cy="457200"/>
          </a:xfrm>
        </p:spPr>
        <p:txBody>
          <a:bodyPr/>
          <a:lstStyle>
            <a:lvl1pPr>
              <a:defRPr b="1">
                <a:solidFill>
                  <a:schemeClr val="bg1"/>
                </a:solidFill>
                <a:latin typeface="+mn-lt"/>
              </a:defRPr>
            </a:lvl1pPr>
          </a:lstStyle>
          <a:p>
            <a:r>
              <a:rPr lang="en-US"/>
              <a:t>Click to edit Master title style</a:t>
            </a:r>
          </a:p>
        </p:txBody>
      </p:sp>
      <p:sp>
        <p:nvSpPr>
          <p:cNvPr id="9" name="Text Placeholder 10">
            <a:extLst>
              <a:ext uri="{FF2B5EF4-FFF2-40B4-BE49-F238E27FC236}">
                <a16:creationId xmlns:a16="http://schemas.microsoft.com/office/drawing/2014/main" id="{0548B8AD-0CC3-5248-932C-F8A325C1B475}"/>
              </a:ext>
            </a:extLst>
          </p:cNvPr>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
        <p:nvSpPr>
          <p:cNvPr id="12" name="Text Placeholder 3">
            <a:extLst>
              <a:ext uri="{FF2B5EF4-FFF2-40B4-BE49-F238E27FC236}">
                <a16:creationId xmlns:a16="http://schemas.microsoft.com/office/drawing/2014/main" id="{E4D782FD-394E-974B-830A-5392AB47CB04}"/>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1533460555"/>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34032" y="0"/>
            <a:ext cx="6022081"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57200" y="457200"/>
            <a:ext cx="3619500" cy="338554"/>
          </a:xfrm>
        </p:spPr>
        <p:txBody>
          <a:bodyPr>
            <a:spAutoFit/>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231494"/>
            <a:ext cx="240792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
        <p:nvSpPr>
          <p:cNvPr id="9" name="Text Placeholder 2">
            <a:extLst>
              <a:ext uri="{FF2B5EF4-FFF2-40B4-BE49-F238E27FC236}">
                <a16:creationId xmlns:a16="http://schemas.microsoft.com/office/drawing/2014/main" id="{EC0BE653-C375-415A-859B-2A7348B8E418}"/>
              </a:ext>
            </a:extLst>
          </p:cNvPr>
          <p:cNvSpPr>
            <a:spLocks noGrp="1"/>
          </p:cNvSpPr>
          <p:nvPr>
            <p:ph type="body" sz="quarter" idx="17" hasCustomPrompt="1"/>
          </p:nvPr>
        </p:nvSpPr>
        <p:spPr>
          <a:xfrm>
            <a:off x="476250" y="1600200"/>
            <a:ext cx="4991100" cy="1882310"/>
          </a:xfrm>
          <a:prstGeom prst="rect">
            <a:avLst/>
          </a:prstGeom>
        </p:spPr>
        <p:txBody>
          <a:bodyPr wrap="square">
            <a:spAutoFit/>
          </a:bodyPr>
          <a:lstStyle>
            <a:lvl1pPr>
              <a:defRPr sz="1600">
                <a:solidFill>
                  <a:schemeClr val="bg1"/>
                </a:solidFill>
                <a:latin typeface="Calibri Light" panose="020F0302020204030204" pitchFamily="34" charset="0"/>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a:t>
            </a:r>
          </a:p>
        </p:txBody>
      </p:sp>
      <p:pic>
        <p:nvPicPr>
          <p:cNvPr id="8" name="Graphic 7">
            <a:extLst>
              <a:ext uri="{FF2B5EF4-FFF2-40B4-BE49-F238E27FC236}">
                <a16:creationId xmlns:a16="http://schemas.microsoft.com/office/drawing/2014/main" id="{EE036E7A-2B84-45D1-985C-C2AD71420C4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7" name="Isosceles Triangle 13">
            <a:extLst>
              <a:ext uri="{FF2B5EF4-FFF2-40B4-BE49-F238E27FC236}">
                <a16:creationId xmlns:a16="http://schemas.microsoft.com/office/drawing/2014/main" id="{33DA4BCA-E06D-9C46-8E45-43243DD633D7}"/>
              </a:ext>
            </a:extLst>
          </p:cNvPr>
          <p:cNvSpPr/>
          <p:nvPr userDrawn="1"/>
        </p:nvSpPr>
        <p:spPr>
          <a:xfrm rot="5400000" flipH="1">
            <a:off x="2835445" y="3152602"/>
            <a:ext cx="6858002" cy="552793"/>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5358900"/>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Column">
    <p:spTree>
      <p:nvGrpSpPr>
        <p:cNvPr id="1" name=""/>
        <p:cNvGrpSpPr/>
        <p:nvPr/>
      </p:nvGrpSpPr>
      <p:grpSpPr>
        <a:xfrm>
          <a:off x="0" y="0"/>
          <a:ext cx="0" cy="0"/>
          <a:chOff x="0" y="0"/>
          <a:chExt cx="0" cy="0"/>
        </a:xfrm>
      </p:grpSpPr>
      <p:sp>
        <p:nvSpPr>
          <p:cNvPr id="11" name="Title 1"/>
          <p:cNvSpPr>
            <a:spLocks noGrp="1"/>
          </p:cNvSpPr>
          <p:nvPr>
            <p:ph type="title"/>
          </p:nvPr>
        </p:nvSpPr>
        <p:spPr>
          <a:xfrm>
            <a:off x="457200" y="457200"/>
            <a:ext cx="11274552" cy="4572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
        <p:nvSpPr>
          <p:cNvPr id="3" name="Text Placeholder 2">
            <a:extLst>
              <a:ext uri="{FF2B5EF4-FFF2-40B4-BE49-F238E27FC236}">
                <a16:creationId xmlns:a16="http://schemas.microsoft.com/office/drawing/2014/main" id="{B4B02766-9497-4A26-BB62-880E91855227}"/>
              </a:ext>
            </a:extLst>
          </p:cNvPr>
          <p:cNvSpPr>
            <a:spLocks noGrp="1"/>
          </p:cNvSpPr>
          <p:nvPr>
            <p:ph type="body" sz="quarter" idx="16" hasCustomPrompt="1"/>
          </p:nvPr>
        </p:nvSpPr>
        <p:spPr>
          <a:xfrm>
            <a:off x="457199" y="1143000"/>
            <a:ext cx="4797425" cy="594137"/>
          </a:xfrm>
          <a:prstGeom prst="rect">
            <a:avLst/>
          </a:prstGeom>
        </p:spPr>
        <p:txBody>
          <a:bodyPr wrap="square">
            <a:spAutoFit/>
          </a:bodyPr>
          <a:lstStyle>
            <a:lvl1pPr>
              <a:defRPr sz="18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a:t>
            </a:r>
            <a:endParaRPr lang="en-US"/>
          </a:p>
        </p:txBody>
      </p:sp>
      <p:sp>
        <p:nvSpPr>
          <p:cNvPr id="5" name="Text Placeholder 2">
            <a:extLst>
              <a:ext uri="{FF2B5EF4-FFF2-40B4-BE49-F238E27FC236}">
                <a16:creationId xmlns:a16="http://schemas.microsoft.com/office/drawing/2014/main" id="{9F520AD5-0FFD-4C8E-9342-58316930E002}"/>
              </a:ext>
            </a:extLst>
          </p:cNvPr>
          <p:cNvSpPr>
            <a:spLocks noGrp="1"/>
          </p:cNvSpPr>
          <p:nvPr>
            <p:ph type="body" sz="quarter" idx="17" hasCustomPrompt="1"/>
          </p:nvPr>
        </p:nvSpPr>
        <p:spPr>
          <a:xfrm>
            <a:off x="6221412" y="1143000"/>
            <a:ext cx="4797425" cy="594137"/>
          </a:xfrm>
          <a:prstGeom prst="rect">
            <a:avLst/>
          </a:prstGeom>
        </p:spPr>
        <p:txBody>
          <a:bodyPr wrap="square">
            <a:spAutoFit/>
          </a:bodyPr>
          <a:lstStyle>
            <a:lvl1pPr>
              <a:defRPr sz="18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a:t>
            </a:r>
            <a:endParaRPr lang="en-US"/>
          </a:p>
        </p:txBody>
      </p:sp>
      <p:sp>
        <p:nvSpPr>
          <p:cNvPr id="6" name="Text Placeholder 2">
            <a:extLst>
              <a:ext uri="{FF2B5EF4-FFF2-40B4-BE49-F238E27FC236}">
                <a16:creationId xmlns:a16="http://schemas.microsoft.com/office/drawing/2014/main" id="{14ACCEEE-9EE8-4BBF-B992-09ACA791A933}"/>
              </a:ext>
            </a:extLst>
          </p:cNvPr>
          <p:cNvSpPr>
            <a:spLocks noGrp="1"/>
          </p:cNvSpPr>
          <p:nvPr>
            <p:ph type="body" sz="quarter" idx="18" hasCustomPrompt="1"/>
          </p:nvPr>
        </p:nvSpPr>
        <p:spPr>
          <a:xfrm>
            <a:off x="457199" y="2077282"/>
            <a:ext cx="4797425" cy="2831994"/>
          </a:xfrm>
          <a:prstGeom prst="rect">
            <a:avLst/>
          </a:prstGeom>
        </p:spPr>
        <p:txBody>
          <a:bodyPr wrap="square">
            <a:spAutoFit/>
          </a:bodyPr>
          <a:lstStyle>
            <a:lvl1pPr>
              <a:defRPr sz="14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r>
              <a:rPr lang="en-US" err="1"/>
              <a:t>Nec</a:t>
            </a:r>
            <a:r>
              <a:rPr lang="en-US"/>
              <a:t>, at id non </a:t>
            </a:r>
            <a:r>
              <a:rPr lang="en-US" err="1"/>
              <a:t>enim</a:t>
            </a:r>
            <a:r>
              <a:rPr lang="en-US"/>
              <a:t>, </a:t>
            </a:r>
            <a:r>
              <a:rPr lang="en-US" err="1"/>
              <a:t>hac</a:t>
            </a:r>
            <a:r>
              <a:rPr lang="en-US"/>
              <a:t> </a:t>
            </a:r>
            <a:r>
              <a:rPr lang="en-US" err="1"/>
              <a:t>imperdiet</a:t>
            </a:r>
            <a:r>
              <a:rPr lang="en-US"/>
              <a:t> </a:t>
            </a:r>
            <a:r>
              <a:rPr lang="en-US" err="1"/>
              <a:t>cras</a:t>
            </a:r>
            <a:r>
              <a:rPr lang="en-US"/>
              <a:t> vitae </a:t>
            </a:r>
            <a:r>
              <a:rPr lang="en-US" err="1"/>
              <a:t>amet</a:t>
            </a:r>
            <a:r>
              <a:rPr lang="en-US"/>
              <a:t>. </a:t>
            </a:r>
            <a:r>
              <a:rPr lang="en-US" err="1"/>
              <a:t>Adipiscing</a:t>
            </a:r>
            <a:r>
              <a:rPr lang="en-US"/>
              <a:t> vestibulum, </a:t>
            </a:r>
            <a:r>
              <a:rPr lang="en-US" err="1"/>
              <a:t>natoque</a:t>
            </a:r>
            <a:r>
              <a:rPr lang="en-US"/>
              <a:t> </a:t>
            </a:r>
            <a:r>
              <a:rPr lang="en-US" err="1"/>
              <a:t>proin</a:t>
            </a:r>
            <a:r>
              <a:rPr lang="en-US"/>
              <a:t> id </a:t>
            </a:r>
            <a:r>
              <a:rPr lang="en-US" err="1"/>
              <a:t>congue</a:t>
            </a:r>
            <a:r>
              <a:rPr lang="en-US"/>
              <a:t> </a:t>
            </a:r>
            <a:r>
              <a:rPr lang="en-US" err="1"/>
              <a:t>mauris</a:t>
            </a:r>
            <a:r>
              <a:rPr lang="en-US"/>
              <a:t>. </a:t>
            </a:r>
            <a:r>
              <a:rPr lang="en-US" err="1"/>
              <a:t>Elementum</a:t>
            </a:r>
            <a:r>
              <a:rPr lang="en-US"/>
              <a:t> vel </a:t>
            </a:r>
            <a:r>
              <a:rPr lang="en-US" err="1"/>
              <a:t>augue</a:t>
            </a:r>
            <a:r>
              <a:rPr lang="en-US"/>
              <a:t> </a:t>
            </a:r>
            <a:r>
              <a:rPr lang="en-US" err="1"/>
              <a:t>amet</a:t>
            </a:r>
            <a:r>
              <a:rPr lang="en-US"/>
              <a:t> </a:t>
            </a:r>
          </a:p>
        </p:txBody>
      </p:sp>
      <p:sp>
        <p:nvSpPr>
          <p:cNvPr id="8" name="Text Placeholder 2">
            <a:extLst>
              <a:ext uri="{FF2B5EF4-FFF2-40B4-BE49-F238E27FC236}">
                <a16:creationId xmlns:a16="http://schemas.microsoft.com/office/drawing/2014/main" id="{1D1A126B-ECBC-446E-8C9B-41282A70F05E}"/>
              </a:ext>
            </a:extLst>
          </p:cNvPr>
          <p:cNvSpPr>
            <a:spLocks noGrp="1"/>
          </p:cNvSpPr>
          <p:nvPr>
            <p:ph type="body" sz="quarter" idx="19" hasCustomPrompt="1"/>
          </p:nvPr>
        </p:nvSpPr>
        <p:spPr>
          <a:xfrm>
            <a:off x="6221412" y="2077282"/>
            <a:ext cx="4797425" cy="2831994"/>
          </a:xfrm>
          <a:prstGeom prst="rect">
            <a:avLst/>
          </a:prstGeom>
        </p:spPr>
        <p:txBody>
          <a:bodyPr wrap="square">
            <a:spAutoFit/>
          </a:bodyPr>
          <a:lstStyle>
            <a:lvl1pPr>
              <a:defRPr sz="14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r>
              <a:rPr lang="en-US" err="1"/>
              <a:t>Nec</a:t>
            </a:r>
            <a:r>
              <a:rPr lang="en-US"/>
              <a:t>, at id non </a:t>
            </a:r>
            <a:r>
              <a:rPr lang="en-US" err="1"/>
              <a:t>enim</a:t>
            </a:r>
            <a:r>
              <a:rPr lang="en-US"/>
              <a:t>, </a:t>
            </a:r>
            <a:r>
              <a:rPr lang="en-US" err="1"/>
              <a:t>hac</a:t>
            </a:r>
            <a:r>
              <a:rPr lang="en-US"/>
              <a:t> </a:t>
            </a:r>
            <a:r>
              <a:rPr lang="en-US" err="1"/>
              <a:t>imperdiet</a:t>
            </a:r>
            <a:r>
              <a:rPr lang="en-US"/>
              <a:t> </a:t>
            </a:r>
            <a:r>
              <a:rPr lang="en-US" err="1"/>
              <a:t>cras</a:t>
            </a:r>
            <a:r>
              <a:rPr lang="en-US"/>
              <a:t> vitae </a:t>
            </a:r>
            <a:r>
              <a:rPr lang="en-US" err="1"/>
              <a:t>amet</a:t>
            </a:r>
            <a:r>
              <a:rPr lang="en-US"/>
              <a:t>. </a:t>
            </a:r>
            <a:r>
              <a:rPr lang="en-US" err="1"/>
              <a:t>Adipiscing</a:t>
            </a:r>
            <a:r>
              <a:rPr lang="en-US"/>
              <a:t> vestibulum, </a:t>
            </a:r>
            <a:r>
              <a:rPr lang="en-US" err="1"/>
              <a:t>natoque</a:t>
            </a:r>
            <a:r>
              <a:rPr lang="en-US"/>
              <a:t> </a:t>
            </a:r>
            <a:r>
              <a:rPr lang="en-US" err="1"/>
              <a:t>proin</a:t>
            </a:r>
            <a:r>
              <a:rPr lang="en-US"/>
              <a:t> id </a:t>
            </a:r>
            <a:r>
              <a:rPr lang="en-US" err="1"/>
              <a:t>congue</a:t>
            </a:r>
            <a:r>
              <a:rPr lang="en-US"/>
              <a:t> </a:t>
            </a:r>
            <a:r>
              <a:rPr lang="en-US" err="1"/>
              <a:t>mauris</a:t>
            </a:r>
            <a:r>
              <a:rPr lang="en-US"/>
              <a:t>. </a:t>
            </a:r>
            <a:r>
              <a:rPr lang="en-US" err="1"/>
              <a:t>Elementum</a:t>
            </a:r>
            <a:r>
              <a:rPr lang="en-US"/>
              <a:t> vel </a:t>
            </a:r>
            <a:r>
              <a:rPr lang="en-US" err="1"/>
              <a:t>augue</a:t>
            </a:r>
            <a:r>
              <a:rPr lang="en-US"/>
              <a:t> </a:t>
            </a:r>
            <a:r>
              <a:rPr lang="en-US" err="1"/>
              <a:t>amet</a:t>
            </a:r>
            <a:r>
              <a:rPr lang="en-US"/>
              <a:t> </a:t>
            </a:r>
          </a:p>
        </p:txBody>
      </p:sp>
    </p:spTree>
    <p:extLst>
      <p:ext uri="{BB962C8B-B14F-4D97-AF65-F5344CB8AC3E}">
        <p14:creationId xmlns:p14="http://schemas.microsoft.com/office/powerpoint/2010/main" val="4258966247"/>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Column">
    <p:spTree>
      <p:nvGrpSpPr>
        <p:cNvPr id="1" name=""/>
        <p:cNvGrpSpPr/>
        <p:nvPr/>
      </p:nvGrpSpPr>
      <p:grpSpPr>
        <a:xfrm>
          <a:off x="0" y="0"/>
          <a:ext cx="0" cy="0"/>
          <a:chOff x="0" y="0"/>
          <a:chExt cx="0" cy="0"/>
        </a:xfrm>
      </p:grpSpPr>
      <p:sp>
        <p:nvSpPr>
          <p:cNvPr id="11" name="Title 1"/>
          <p:cNvSpPr>
            <a:spLocks noGrp="1"/>
          </p:cNvSpPr>
          <p:nvPr>
            <p:ph type="title"/>
          </p:nvPr>
        </p:nvSpPr>
        <p:spPr>
          <a:xfrm>
            <a:off x="457200" y="457200"/>
            <a:ext cx="11274552" cy="4572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
        <p:nvSpPr>
          <p:cNvPr id="3" name="Text Placeholder 2">
            <a:extLst>
              <a:ext uri="{FF2B5EF4-FFF2-40B4-BE49-F238E27FC236}">
                <a16:creationId xmlns:a16="http://schemas.microsoft.com/office/drawing/2014/main" id="{B4B02766-9497-4A26-BB62-880E91855227}"/>
              </a:ext>
            </a:extLst>
          </p:cNvPr>
          <p:cNvSpPr>
            <a:spLocks noGrp="1"/>
          </p:cNvSpPr>
          <p:nvPr>
            <p:ph type="body" sz="quarter" idx="16" hasCustomPrompt="1"/>
          </p:nvPr>
        </p:nvSpPr>
        <p:spPr>
          <a:xfrm>
            <a:off x="457200" y="1143000"/>
            <a:ext cx="3312160" cy="594137"/>
          </a:xfrm>
          <a:prstGeom prst="rect">
            <a:avLst/>
          </a:prstGeom>
        </p:spPr>
        <p:txBody>
          <a:bodyPr wrap="square">
            <a:spAutoFit/>
          </a:bodyPr>
          <a:lstStyle>
            <a:lvl1pPr>
              <a:defRPr sz="18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6" name="Text Placeholder 2">
            <a:extLst>
              <a:ext uri="{FF2B5EF4-FFF2-40B4-BE49-F238E27FC236}">
                <a16:creationId xmlns:a16="http://schemas.microsoft.com/office/drawing/2014/main" id="{14ACCEEE-9EE8-4BBF-B992-09ACA791A933}"/>
              </a:ext>
            </a:extLst>
          </p:cNvPr>
          <p:cNvSpPr>
            <a:spLocks noGrp="1"/>
          </p:cNvSpPr>
          <p:nvPr>
            <p:ph type="body" sz="quarter" idx="18" hasCustomPrompt="1"/>
          </p:nvPr>
        </p:nvSpPr>
        <p:spPr>
          <a:xfrm>
            <a:off x="457200" y="2067560"/>
            <a:ext cx="3312160" cy="3542958"/>
          </a:xfrm>
          <a:prstGeom prst="rect">
            <a:avLst/>
          </a:prstGeom>
        </p:spPr>
        <p:txBody>
          <a:bodyPr wrap="square">
            <a:spAutoFit/>
          </a:bodyPr>
          <a:lstStyle>
            <a:lvl1pPr>
              <a:defRPr sz="14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r>
              <a:rPr lang="en-US" err="1"/>
              <a:t>Nec</a:t>
            </a:r>
            <a:endParaRPr lang="en-US"/>
          </a:p>
        </p:txBody>
      </p:sp>
      <p:sp>
        <p:nvSpPr>
          <p:cNvPr id="9" name="Text Placeholder 2">
            <a:extLst>
              <a:ext uri="{FF2B5EF4-FFF2-40B4-BE49-F238E27FC236}">
                <a16:creationId xmlns:a16="http://schemas.microsoft.com/office/drawing/2014/main" id="{D2C8C061-6443-461A-A052-E19A46AADCA8}"/>
              </a:ext>
            </a:extLst>
          </p:cNvPr>
          <p:cNvSpPr>
            <a:spLocks noGrp="1"/>
          </p:cNvSpPr>
          <p:nvPr>
            <p:ph type="body" sz="quarter" idx="19" hasCustomPrompt="1"/>
          </p:nvPr>
        </p:nvSpPr>
        <p:spPr>
          <a:xfrm>
            <a:off x="4439920" y="1143000"/>
            <a:ext cx="3312160" cy="594137"/>
          </a:xfrm>
          <a:prstGeom prst="rect">
            <a:avLst/>
          </a:prstGeom>
        </p:spPr>
        <p:txBody>
          <a:bodyPr wrap="square">
            <a:spAutoFit/>
          </a:bodyPr>
          <a:lstStyle>
            <a:lvl1pPr>
              <a:defRPr sz="18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10" name="Text Placeholder 2">
            <a:extLst>
              <a:ext uri="{FF2B5EF4-FFF2-40B4-BE49-F238E27FC236}">
                <a16:creationId xmlns:a16="http://schemas.microsoft.com/office/drawing/2014/main" id="{626FC49A-5396-46E4-8A00-C0A017834ED3}"/>
              </a:ext>
            </a:extLst>
          </p:cNvPr>
          <p:cNvSpPr>
            <a:spLocks noGrp="1"/>
          </p:cNvSpPr>
          <p:nvPr>
            <p:ph type="body" sz="quarter" idx="20" hasCustomPrompt="1"/>
          </p:nvPr>
        </p:nvSpPr>
        <p:spPr>
          <a:xfrm>
            <a:off x="4439920" y="2067560"/>
            <a:ext cx="3312160" cy="3542958"/>
          </a:xfrm>
          <a:prstGeom prst="rect">
            <a:avLst/>
          </a:prstGeom>
        </p:spPr>
        <p:txBody>
          <a:bodyPr wrap="square">
            <a:spAutoFit/>
          </a:bodyPr>
          <a:lstStyle>
            <a:lvl1pPr>
              <a:defRPr sz="14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r>
              <a:rPr lang="en-US" err="1"/>
              <a:t>Nec</a:t>
            </a:r>
            <a:endParaRPr lang="en-US"/>
          </a:p>
        </p:txBody>
      </p:sp>
      <p:sp>
        <p:nvSpPr>
          <p:cNvPr id="13" name="Text Placeholder 2">
            <a:extLst>
              <a:ext uri="{FF2B5EF4-FFF2-40B4-BE49-F238E27FC236}">
                <a16:creationId xmlns:a16="http://schemas.microsoft.com/office/drawing/2014/main" id="{AEEE17DA-6635-495B-A481-BBD7188AD456}"/>
              </a:ext>
            </a:extLst>
          </p:cNvPr>
          <p:cNvSpPr>
            <a:spLocks noGrp="1"/>
          </p:cNvSpPr>
          <p:nvPr>
            <p:ph type="body" sz="quarter" idx="21" hasCustomPrompt="1"/>
          </p:nvPr>
        </p:nvSpPr>
        <p:spPr>
          <a:xfrm>
            <a:off x="8422640" y="1143000"/>
            <a:ext cx="3312160" cy="594137"/>
          </a:xfrm>
          <a:prstGeom prst="rect">
            <a:avLst/>
          </a:prstGeom>
        </p:spPr>
        <p:txBody>
          <a:bodyPr wrap="square">
            <a:spAutoFit/>
          </a:bodyPr>
          <a:lstStyle>
            <a:lvl1pPr>
              <a:defRPr sz="18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14" name="Text Placeholder 2">
            <a:extLst>
              <a:ext uri="{FF2B5EF4-FFF2-40B4-BE49-F238E27FC236}">
                <a16:creationId xmlns:a16="http://schemas.microsoft.com/office/drawing/2014/main" id="{BF29616B-A8DB-42A6-A277-8CAE573E985F}"/>
              </a:ext>
            </a:extLst>
          </p:cNvPr>
          <p:cNvSpPr>
            <a:spLocks noGrp="1"/>
          </p:cNvSpPr>
          <p:nvPr>
            <p:ph type="body" sz="quarter" idx="22" hasCustomPrompt="1"/>
          </p:nvPr>
        </p:nvSpPr>
        <p:spPr>
          <a:xfrm>
            <a:off x="8422640" y="2067560"/>
            <a:ext cx="3312160" cy="3542958"/>
          </a:xfrm>
          <a:prstGeom prst="rect">
            <a:avLst/>
          </a:prstGeom>
        </p:spPr>
        <p:txBody>
          <a:bodyPr wrap="square">
            <a:spAutoFit/>
          </a:bodyPr>
          <a:lstStyle>
            <a:lvl1pPr>
              <a:defRPr sz="14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r>
              <a:rPr lang="en-US" err="1"/>
              <a:t>Nec</a:t>
            </a:r>
            <a:endParaRPr lang="en-US"/>
          </a:p>
        </p:txBody>
      </p:sp>
    </p:spTree>
    <p:extLst>
      <p:ext uri="{BB962C8B-B14F-4D97-AF65-F5344CB8AC3E}">
        <p14:creationId xmlns:p14="http://schemas.microsoft.com/office/powerpoint/2010/main" val="399781993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arge Statement">
    <p:spTree>
      <p:nvGrpSpPr>
        <p:cNvPr id="1" name=""/>
        <p:cNvGrpSpPr/>
        <p:nvPr/>
      </p:nvGrpSpPr>
      <p:grpSpPr>
        <a:xfrm>
          <a:off x="0" y="0"/>
          <a:ext cx="0" cy="0"/>
          <a:chOff x="0" y="0"/>
          <a:chExt cx="0" cy="0"/>
        </a:xfrm>
      </p:grpSpPr>
      <p:sp>
        <p:nvSpPr>
          <p:cNvPr id="11" name="Title 1"/>
          <p:cNvSpPr>
            <a:spLocks noGrp="1"/>
          </p:cNvSpPr>
          <p:nvPr>
            <p:ph type="title"/>
          </p:nvPr>
        </p:nvSpPr>
        <p:spPr>
          <a:xfrm>
            <a:off x="457200" y="457200"/>
            <a:ext cx="11274552" cy="4572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
        <p:nvSpPr>
          <p:cNvPr id="3" name="Text Placeholder 2">
            <a:extLst>
              <a:ext uri="{FF2B5EF4-FFF2-40B4-BE49-F238E27FC236}">
                <a16:creationId xmlns:a16="http://schemas.microsoft.com/office/drawing/2014/main" id="{896D646D-415F-4D4E-B837-24C4E1CE0934}"/>
              </a:ext>
            </a:extLst>
          </p:cNvPr>
          <p:cNvSpPr>
            <a:spLocks noGrp="1"/>
          </p:cNvSpPr>
          <p:nvPr>
            <p:ph type="body" sz="quarter" idx="16" hasCustomPrompt="1"/>
          </p:nvPr>
        </p:nvSpPr>
        <p:spPr>
          <a:xfrm>
            <a:off x="457200" y="1371600"/>
            <a:ext cx="5764213" cy="3886200"/>
          </a:xfrm>
          <a:prstGeom prst="rect">
            <a:avLst/>
          </a:prstGeom>
        </p:spPr>
        <p:txBody>
          <a:bodyPr/>
          <a:lstStyle>
            <a:lvl1pPr>
              <a:defRPr sz="6000">
                <a:latin typeface="Calibri Light" panose="020F0302020204030204" pitchFamily="34" charset="0"/>
                <a:cs typeface="Calibri Light" panose="020F0302020204030204" pitchFamily="34" charset="0"/>
              </a:defRPr>
            </a:lvl1pPr>
            <a:lvl2pPr>
              <a:buNone/>
              <a:defRPr/>
            </a:lvl2pPr>
            <a:lvl3pPr>
              <a:buNone/>
              <a:defRPr/>
            </a:lvl3pPr>
          </a:lstStyle>
          <a:p>
            <a:pPr lvl="0"/>
            <a:r>
              <a:rPr lang="en-US"/>
              <a:t>Large statement combined with supporting </a:t>
            </a:r>
            <a:br>
              <a:rPr lang="en-US"/>
            </a:br>
            <a:r>
              <a:rPr lang="en-US"/>
              <a:t>text here</a:t>
            </a:r>
          </a:p>
        </p:txBody>
      </p:sp>
      <p:sp>
        <p:nvSpPr>
          <p:cNvPr id="6" name="Text Placeholder 2">
            <a:extLst>
              <a:ext uri="{FF2B5EF4-FFF2-40B4-BE49-F238E27FC236}">
                <a16:creationId xmlns:a16="http://schemas.microsoft.com/office/drawing/2014/main" id="{D330B547-343B-414C-8E1F-67C7C72B2F72}"/>
              </a:ext>
            </a:extLst>
          </p:cNvPr>
          <p:cNvSpPr>
            <a:spLocks noGrp="1"/>
          </p:cNvSpPr>
          <p:nvPr>
            <p:ph type="body" sz="quarter" idx="17" hasCustomPrompt="1"/>
          </p:nvPr>
        </p:nvSpPr>
        <p:spPr>
          <a:xfrm>
            <a:off x="6946901" y="1600200"/>
            <a:ext cx="4784852" cy="3657600"/>
          </a:xfrm>
          <a:prstGeom prst="rect">
            <a:avLst/>
          </a:prstGeom>
        </p:spPr>
        <p:txBody>
          <a:bodyPr/>
          <a:lstStyle>
            <a:lvl1pPr>
              <a:defRPr sz="1600">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spTree>
    <p:extLst>
      <p:ext uri="{BB962C8B-B14F-4D97-AF65-F5344CB8AC3E}">
        <p14:creationId xmlns:p14="http://schemas.microsoft.com/office/powerpoint/2010/main" val="55238049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ase Study-1/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7907337" y="0"/>
            <a:ext cx="4284661"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TextBox 6">
            <a:extLst>
              <a:ext uri="{FF2B5EF4-FFF2-40B4-BE49-F238E27FC236}">
                <a16:creationId xmlns:a16="http://schemas.microsoft.com/office/drawing/2014/main" id="{CDF557E5-085D-F44F-B30C-91E51AE491D3}"/>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tx1"/>
                </a:solidFill>
              </a:rPr>
              <a:t>CONFIDENTIAL. Copyright ©</a:t>
            </a:r>
          </a:p>
        </p:txBody>
      </p:sp>
      <p:sp>
        <p:nvSpPr>
          <p:cNvPr id="10" name="Text Placeholder 3">
            <a:extLst>
              <a:ext uri="{FF2B5EF4-FFF2-40B4-BE49-F238E27FC236}">
                <a16:creationId xmlns:a16="http://schemas.microsoft.com/office/drawing/2014/main" id="{FE178E08-6B21-2843-9385-4D9886760A91}"/>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tx1"/>
                </a:solidFill>
              </a:rPr>
              <a:pPr lvl="0"/>
              <a:t>‹#›</a:t>
            </a:fld>
            <a:endParaRPr lang="en-US" sz="1000">
              <a:solidFill>
                <a:schemeClr val="tx1"/>
              </a:solidFill>
            </a:endParaRPr>
          </a:p>
        </p:txBody>
      </p:sp>
      <p:sp>
        <p:nvSpPr>
          <p:cNvPr id="11" name="Text Placeholder 10">
            <a:extLst>
              <a:ext uri="{FF2B5EF4-FFF2-40B4-BE49-F238E27FC236}">
                <a16:creationId xmlns:a16="http://schemas.microsoft.com/office/drawing/2014/main" id="{2E8C029E-1B45-494C-B838-1704772FF782}"/>
              </a:ext>
            </a:extLst>
          </p:cNvPr>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
        <p:nvSpPr>
          <p:cNvPr id="9" name="Title 1">
            <a:extLst>
              <a:ext uri="{FF2B5EF4-FFF2-40B4-BE49-F238E27FC236}">
                <a16:creationId xmlns:a16="http://schemas.microsoft.com/office/drawing/2014/main" id="{46C1CA1B-2E41-DA49-A688-13BC117567D0}"/>
              </a:ext>
            </a:extLst>
          </p:cNvPr>
          <p:cNvSpPr>
            <a:spLocks noGrp="1"/>
          </p:cNvSpPr>
          <p:nvPr>
            <p:ph type="title"/>
          </p:nvPr>
        </p:nvSpPr>
        <p:spPr>
          <a:xfrm>
            <a:off x="457200" y="457200"/>
            <a:ext cx="6546028" cy="457200"/>
          </a:xfrm>
        </p:spPr>
        <p:txBody>
          <a:bodyPr/>
          <a:lstStyle>
            <a:lvl1pPr>
              <a:defRPr b="1">
                <a:latin typeface="+mn-lt"/>
              </a:defRPr>
            </a:lvl1pPr>
          </a:lstStyle>
          <a:p>
            <a:r>
              <a:rPr lang="en-US"/>
              <a:t>Click to edit Master title style</a:t>
            </a:r>
          </a:p>
        </p:txBody>
      </p:sp>
    </p:spTree>
    <p:extLst>
      <p:ext uri="{BB962C8B-B14F-4D97-AF65-F5344CB8AC3E}">
        <p14:creationId xmlns:p14="http://schemas.microsoft.com/office/powerpoint/2010/main" val="3181450704"/>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ase Study-1/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4" name="Title 1">
            <a:extLst>
              <a:ext uri="{FF2B5EF4-FFF2-40B4-BE49-F238E27FC236}">
                <a16:creationId xmlns:a16="http://schemas.microsoft.com/office/drawing/2014/main" id="{E4955F73-BCD8-4858-BDA2-D30A6DDD9E2F}"/>
              </a:ext>
            </a:extLst>
          </p:cNvPr>
          <p:cNvSpPr>
            <a:spLocks noGrp="1"/>
          </p:cNvSpPr>
          <p:nvPr>
            <p:ph type="title"/>
          </p:nvPr>
        </p:nvSpPr>
        <p:spPr>
          <a:xfrm>
            <a:off x="457200" y="925689"/>
            <a:ext cx="4797425" cy="338554"/>
          </a:xfrm>
        </p:spPr>
        <p:txBody>
          <a:bodyPr>
            <a:spAutoFit/>
          </a:bodyPr>
          <a:lstStyle>
            <a:lvl1pPr>
              <a:defRPr b="1">
                <a:latin typeface="+mn-lt"/>
              </a:defRPr>
            </a:lvl1pPr>
          </a:lstStyle>
          <a:p>
            <a:r>
              <a:rPr lang="en-US"/>
              <a:t>Click to edit Master title style</a:t>
            </a:r>
          </a:p>
        </p:txBody>
      </p:sp>
      <p:sp>
        <p:nvSpPr>
          <p:cNvPr id="7" name="TextBox 6">
            <a:extLst>
              <a:ext uri="{FF2B5EF4-FFF2-40B4-BE49-F238E27FC236}">
                <a16:creationId xmlns:a16="http://schemas.microsoft.com/office/drawing/2014/main" id="{36DB3700-A2AA-CC46-AB06-739575CE1198}"/>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tx1"/>
                </a:solidFill>
              </a:rPr>
              <a:t>CONFIDENTIAL. Copyright ©</a:t>
            </a:r>
          </a:p>
        </p:txBody>
      </p:sp>
      <p:sp>
        <p:nvSpPr>
          <p:cNvPr id="8" name="Text Placeholder 3">
            <a:extLst>
              <a:ext uri="{FF2B5EF4-FFF2-40B4-BE49-F238E27FC236}">
                <a16:creationId xmlns:a16="http://schemas.microsoft.com/office/drawing/2014/main" id="{78F2DB0F-A762-9841-A4D7-8B6F3D5251E5}"/>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tx1"/>
                </a:solidFill>
              </a:rPr>
              <a:pPr lvl="0"/>
              <a:t>‹#›</a:t>
            </a:fld>
            <a:endParaRPr lang="en-US" sz="1000">
              <a:solidFill>
                <a:schemeClr val="tx1"/>
              </a:solidFill>
            </a:endParaRPr>
          </a:p>
        </p:txBody>
      </p:sp>
      <p:sp>
        <p:nvSpPr>
          <p:cNvPr id="9" name="Text Placeholder 10">
            <a:extLst>
              <a:ext uri="{FF2B5EF4-FFF2-40B4-BE49-F238E27FC236}">
                <a16:creationId xmlns:a16="http://schemas.microsoft.com/office/drawing/2014/main" id="{8BAA6E4E-7596-A644-93F2-6ABBAFCD6B70}"/>
              </a:ext>
            </a:extLst>
          </p:cNvPr>
          <p:cNvSpPr>
            <a:spLocks noGrp="1"/>
          </p:cNvSpPr>
          <p:nvPr>
            <p:ph type="body" sz="quarter" idx="10" hasCustomPrompt="1"/>
          </p:nvPr>
        </p:nvSpPr>
        <p:spPr>
          <a:xfrm>
            <a:off x="6582021" y="964562"/>
            <a:ext cx="3291840" cy="246221"/>
          </a:xfrm>
          <a:prstGeom prst="rect">
            <a:avLst/>
          </a:prstGeom>
          <a:noFill/>
        </p:spPr>
        <p:txBody>
          <a:bodyPr vert="horz" wrap="none" lIns="0" tIns="0" rIns="0" bIns="0" rtlCol="0" anchor="ctr">
            <a:spAutoFit/>
          </a:bodyPr>
          <a:lstStyle>
            <a:lvl1pPr>
              <a:defRPr lang="en-US" sz="1600" b="1" cap="none" spc="100" baseline="0" smtClean="0">
                <a:solidFill>
                  <a:schemeClr val="tx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10" name="Text Placeholder 10">
            <a:extLst>
              <a:ext uri="{FF2B5EF4-FFF2-40B4-BE49-F238E27FC236}">
                <a16:creationId xmlns:a16="http://schemas.microsoft.com/office/drawing/2014/main" id="{182FF9AB-2A1C-E54B-B99E-245DE32DDE96}"/>
              </a:ext>
            </a:extLst>
          </p:cNvPr>
          <p:cNvSpPr>
            <a:spLocks noGrp="1"/>
          </p:cNvSpPr>
          <p:nvPr>
            <p:ph type="body" sz="quarter" idx="18" hasCustomPrompt="1"/>
          </p:nvPr>
        </p:nvSpPr>
        <p:spPr>
          <a:xfrm>
            <a:off x="6582020" y="3200114"/>
            <a:ext cx="3291840" cy="246221"/>
          </a:xfrm>
          <a:prstGeom prst="rect">
            <a:avLst/>
          </a:prstGeom>
          <a:noFill/>
        </p:spPr>
        <p:txBody>
          <a:bodyPr vert="horz" wrap="none" lIns="0" tIns="0" rIns="0" bIns="0" rtlCol="0" anchor="ctr">
            <a:spAutoFit/>
          </a:bodyPr>
          <a:lstStyle>
            <a:lvl1pPr>
              <a:defRPr lang="en-US" sz="1600" b="1" cap="none" spc="100" baseline="0" smtClean="0">
                <a:solidFill>
                  <a:schemeClr val="tx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11" name="Text Placeholder 10">
            <a:extLst>
              <a:ext uri="{FF2B5EF4-FFF2-40B4-BE49-F238E27FC236}">
                <a16:creationId xmlns:a16="http://schemas.microsoft.com/office/drawing/2014/main" id="{E59EA3FB-C095-0948-83CD-4F812F3CA45C}"/>
              </a:ext>
            </a:extLst>
          </p:cNvPr>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209189339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ase Study-1/2 Pic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9870588-DEAA-3B45-9A4B-86DCE176308E}"/>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57200" y="457200"/>
            <a:ext cx="4797425" cy="457200"/>
          </a:xfrm>
        </p:spPr>
        <p:txBody>
          <a:bodyPr/>
          <a:lstStyle>
            <a:lvl1pPr>
              <a:defRPr b="1">
                <a:latin typeface="+mn-lt"/>
              </a:defRPr>
            </a:lvl1pPr>
          </a:lstStyle>
          <a:p>
            <a:r>
              <a:rPr lang="en-US"/>
              <a:t>Click to edit Master title style</a:t>
            </a:r>
          </a:p>
        </p:txBody>
      </p:sp>
      <p:sp>
        <p:nvSpPr>
          <p:cNvPr id="3" name="Picture Placeholder 2">
            <a:extLst>
              <a:ext uri="{FF2B5EF4-FFF2-40B4-BE49-F238E27FC236}">
                <a16:creationId xmlns:a16="http://schemas.microsoft.com/office/drawing/2014/main" id="{4571F9CF-CDF3-4EE6-A083-D93A58113454}"/>
              </a:ext>
            </a:extLst>
          </p:cNvPr>
          <p:cNvSpPr>
            <a:spLocks noGrp="1"/>
          </p:cNvSpPr>
          <p:nvPr>
            <p:ph type="pic" sz="quarter" idx="16"/>
          </p:nvPr>
        </p:nvSpPr>
        <p:spPr>
          <a:xfrm>
            <a:off x="6096000" y="0"/>
            <a:ext cx="6096000" cy="6858000"/>
          </a:xfrm>
          <a:prstGeom prst="rect">
            <a:avLst/>
          </a:prstGeom>
        </p:spPr>
        <p:txBody>
          <a:bodyPr/>
          <a:lstStyle/>
          <a:p>
            <a:endParaRPr lang="en-US"/>
          </a:p>
        </p:txBody>
      </p:sp>
      <p:sp>
        <p:nvSpPr>
          <p:cNvPr id="12" name="Text Placeholder 10"/>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
        <p:nvSpPr>
          <p:cNvPr id="7" name="TextBox 6">
            <a:extLst>
              <a:ext uri="{FF2B5EF4-FFF2-40B4-BE49-F238E27FC236}">
                <a16:creationId xmlns:a16="http://schemas.microsoft.com/office/drawing/2014/main" id="{AFC233F4-4BA6-EC46-8DB3-143A95D5459A}"/>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tx1"/>
                </a:solidFill>
              </a:rPr>
              <a:t>CONFIDENTIAL. Copyright ©</a:t>
            </a:r>
          </a:p>
        </p:txBody>
      </p:sp>
      <p:sp>
        <p:nvSpPr>
          <p:cNvPr id="9" name="Text Placeholder 3">
            <a:extLst>
              <a:ext uri="{FF2B5EF4-FFF2-40B4-BE49-F238E27FC236}">
                <a16:creationId xmlns:a16="http://schemas.microsoft.com/office/drawing/2014/main" id="{B8E027D5-10AF-5247-B60F-C8B2D62BC775}"/>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tx1"/>
                </a:solidFill>
              </a:rPr>
              <a:pPr lvl="0"/>
              <a:t>‹#›</a:t>
            </a:fld>
            <a:endParaRPr lang="en-US" sz="1000">
              <a:solidFill>
                <a:schemeClr val="tx1"/>
              </a:solidFill>
            </a:endParaRPr>
          </a:p>
        </p:txBody>
      </p:sp>
    </p:spTree>
    <p:extLst>
      <p:ext uri="{BB962C8B-B14F-4D97-AF65-F5344CB8AC3E}">
        <p14:creationId xmlns:p14="http://schemas.microsoft.com/office/powerpoint/2010/main" val="3932886662"/>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ase Study-2/3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57C14D-88D4-2E4E-B3D4-C2C8ABFC1A31}"/>
              </a:ext>
            </a:extLst>
          </p:cNvPr>
          <p:cNvSpPr/>
          <p:nvPr userDrawn="1"/>
        </p:nvSpPr>
        <p:spPr bwMode="auto">
          <a:xfrm>
            <a:off x="4302124" y="0"/>
            <a:ext cx="7889875"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57201" y="469900"/>
            <a:ext cx="3606927" cy="338554"/>
          </a:xfrm>
        </p:spPr>
        <p:txBody>
          <a:bodyPr wrap="square">
            <a:spAutoFit/>
          </a:bodyPr>
          <a:lstStyle>
            <a:lvl1pPr>
              <a:defRPr b="1">
                <a:solidFill>
                  <a:schemeClr val="tx1"/>
                </a:solidFill>
                <a:latin typeface="+mn-lt"/>
              </a:defRPr>
            </a:lvl1pPr>
          </a:lstStyle>
          <a:p>
            <a:r>
              <a:rPr lang="en-US"/>
              <a:t>Click to edit Master title style</a:t>
            </a:r>
          </a:p>
        </p:txBody>
      </p:sp>
      <p:pic>
        <p:nvPicPr>
          <p:cNvPr id="8" name="Graphic 7">
            <a:extLst>
              <a:ext uri="{FF2B5EF4-FFF2-40B4-BE49-F238E27FC236}">
                <a16:creationId xmlns:a16="http://schemas.microsoft.com/office/drawing/2014/main" id="{16CBFE6D-2574-4431-9DE8-59662CACBA4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12" name="TextBox 11">
            <a:extLst>
              <a:ext uri="{FF2B5EF4-FFF2-40B4-BE49-F238E27FC236}">
                <a16:creationId xmlns:a16="http://schemas.microsoft.com/office/drawing/2014/main" id="{9D211704-E6A2-554A-83D7-019EF0F003D0}"/>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tx1"/>
                </a:solidFill>
              </a:rPr>
              <a:t>CONFIDENTIAL. Copyright ©</a:t>
            </a:r>
          </a:p>
        </p:txBody>
      </p:sp>
      <p:sp>
        <p:nvSpPr>
          <p:cNvPr id="13" name="Text Placeholder 3">
            <a:extLst>
              <a:ext uri="{FF2B5EF4-FFF2-40B4-BE49-F238E27FC236}">
                <a16:creationId xmlns:a16="http://schemas.microsoft.com/office/drawing/2014/main" id="{C4E06C20-AA8E-8342-A500-79B18C390223}"/>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tx1"/>
                </a:solidFill>
              </a:rPr>
              <a:pPr lvl="0"/>
              <a:t>‹#›</a:t>
            </a:fld>
            <a:endParaRPr lang="en-US" sz="1000">
              <a:solidFill>
                <a:schemeClr val="tx1"/>
              </a:solidFill>
            </a:endParaRPr>
          </a:p>
        </p:txBody>
      </p:sp>
      <p:sp>
        <p:nvSpPr>
          <p:cNvPr id="14" name="Picture Placeholder 2">
            <a:extLst>
              <a:ext uri="{FF2B5EF4-FFF2-40B4-BE49-F238E27FC236}">
                <a16:creationId xmlns:a16="http://schemas.microsoft.com/office/drawing/2014/main" id="{B0B5FC9B-C94B-DD4C-B568-43367EF1D400}"/>
              </a:ext>
            </a:extLst>
          </p:cNvPr>
          <p:cNvSpPr>
            <a:spLocks noGrp="1"/>
          </p:cNvSpPr>
          <p:nvPr>
            <p:ph type="pic" sz="quarter" idx="16"/>
          </p:nvPr>
        </p:nvSpPr>
        <p:spPr>
          <a:xfrm>
            <a:off x="4314697" y="0"/>
            <a:ext cx="7877303" cy="6858000"/>
          </a:xfrm>
          <a:prstGeom prst="rect">
            <a:avLst/>
          </a:prstGeom>
        </p:spPr>
        <p:txBody>
          <a:bodyPr/>
          <a:lstStyle/>
          <a:p>
            <a:endParaRPr lang="en-US"/>
          </a:p>
        </p:txBody>
      </p:sp>
      <p:sp>
        <p:nvSpPr>
          <p:cNvPr id="10" name="Text Placeholder 10">
            <a:extLst>
              <a:ext uri="{FF2B5EF4-FFF2-40B4-BE49-F238E27FC236}">
                <a16:creationId xmlns:a16="http://schemas.microsoft.com/office/drawing/2014/main" id="{703B5AFB-E799-0442-BA28-6AF5A02967FE}"/>
              </a:ext>
            </a:extLst>
          </p:cNvPr>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141130647"/>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ase Study-2/3 Picture Logo">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57C14D-88D4-2E4E-B3D4-C2C8ABFC1A31}"/>
              </a:ext>
            </a:extLst>
          </p:cNvPr>
          <p:cNvSpPr/>
          <p:nvPr userDrawn="1"/>
        </p:nvSpPr>
        <p:spPr bwMode="auto">
          <a:xfrm>
            <a:off x="4302124" y="0"/>
            <a:ext cx="7889875"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57201" y="924339"/>
            <a:ext cx="3606927" cy="338554"/>
          </a:xfrm>
        </p:spPr>
        <p:txBody>
          <a:bodyPr wrap="square">
            <a:spAutoFit/>
          </a:bodyPr>
          <a:lstStyle>
            <a:lvl1pPr>
              <a:defRPr b="1">
                <a:solidFill>
                  <a:schemeClr val="tx1"/>
                </a:solidFill>
                <a:latin typeface="+mn-lt"/>
              </a:defRPr>
            </a:lvl1pPr>
          </a:lstStyle>
          <a:p>
            <a:r>
              <a:rPr lang="en-US"/>
              <a:t>Click to edit Master title style</a:t>
            </a:r>
          </a:p>
        </p:txBody>
      </p:sp>
      <p:pic>
        <p:nvPicPr>
          <p:cNvPr id="8" name="Graphic 7">
            <a:extLst>
              <a:ext uri="{FF2B5EF4-FFF2-40B4-BE49-F238E27FC236}">
                <a16:creationId xmlns:a16="http://schemas.microsoft.com/office/drawing/2014/main" id="{16CBFE6D-2574-4431-9DE8-59662CACBA4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12" name="TextBox 11">
            <a:extLst>
              <a:ext uri="{FF2B5EF4-FFF2-40B4-BE49-F238E27FC236}">
                <a16:creationId xmlns:a16="http://schemas.microsoft.com/office/drawing/2014/main" id="{9D211704-E6A2-554A-83D7-019EF0F003D0}"/>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tx1"/>
                </a:solidFill>
              </a:rPr>
              <a:t>CONFIDENTIAL. Copyright ©</a:t>
            </a:r>
          </a:p>
        </p:txBody>
      </p:sp>
      <p:sp>
        <p:nvSpPr>
          <p:cNvPr id="13" name="Text Placeholder 3">
            <a:extLst>
              <a:ext uri="{FF2B5EF4-FFF2-40B4-BE49-F238E27FC236}">
                <a16:creationId xmlns:a16="http://schemas.microsoft.com/office/drawing/2014/main" id="{C4E06C20-AA8E-8342-A500-79B18C390223}"/>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tx1"/>
                </a:solidFill>
              </a:rPr>
              <a:pPr lvl="0"/>
              <a:t>‹#›</a:t>
            </a:fld>
            <a:endParaRPr lang="en-US" sz="1000">
              <a:solidFill>
                <a:schemeClr val="tx1"/>
              </a:solidFill>
            </a:endParaRPr>
          </a:p>
        </p:txBody>
      </p:sp>
      <p:sp>
        <p:nvSpPr>
          <p:cNvPr id="14" name="Picture Placeholder 2">
            <a:extLst>
              <a:ext uri="{FF2B5EF4-FFF2-40B4-BE49-F238E27FC236}">
                <a16:creationId xmlns:a16="http://schemas.microsoft.com/office/drawing/2014/main" id="{B0B5FC9B-C94B-DD4C-B568-43367EF1D400}"/>
              </a:ext>
            </a:extLst>
          </p:cNvPr>
          <p:cNvSpPr>
            <a:spLocks noGrp="1"/>
          </p:cNvSpPr>
          <p:nvPr>
            <p:ph type="pic" sz="quarter" idx="16"/>
          </p:nvPr>
        </p:nvSpPr>
        <p:spPr>
          <a:xfrm>
            <a:off x="4314697" y="0"/>
            <a:ext cx="7877303" cy="6858000"/>
          </a:xfrm>
          <a:prstGeom prst="rect">
            <a:avLst/>
          </a:prstGeom>
        </p:spPr>
        <p:txBody>
          <a:bodyPr/>
          <a:lstStyle/>
          <a:p>
            <a:endParaRPr lang="en-US"/>
          </a:p>
        </p:txBody>
      </p:sp>
    </p:spTree>
    <p:extLst>
      <p:ext uri="{BB962C8B-B14F-4D97-AF65-F5344CB8AC3E}">
        <p14:creationId xmlns:p14="http://schemas.microsoft.com/office/powerpoint/2010/main" val="304681418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ase Study-MockUp">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2378075"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303841" y="1600200"/>
            <a:ext cx="4797425" cy="338554"/>
          </a:xfrm>
        </p:spPr>
        <p:txBody>
          <a:bodyPr>
            <a:spAutoFit/>
          </a:bodyPr>
          <a:lstStyle>
            <a:lvl1pPr>
              <a:defRPr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316414" y="2286000"/>
            <a:ext cx="4784852" cy="3657600"/>
          </a:xfrm>
        </p:spPr>
        <p:txBody>
          <a:bodyPr/>
          <a:lstStyle>
            <a:lvl1pPr>
              <a:defRPr sz="16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pic>
        <p:nvPicPr>
          <p:cNvPr id="12" name="Graphic 11">
            <a:extLst>
              <a:ext uri="{FF2B5EF4-FFF2-40B4-BE49-F238E27FC236}">
                <a16:creationId xmlns:a16="http://schemas.microsoft.com/office/drawing/2014/main" id="{15EB0785-A8B2-B844-97DC-362F6DEDBA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1390829974"/>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ase Study-Mock Up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7180263"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57200" y="914400"/>
            <a:ext cx="4797425" cy="338554"/>
          </a:xfrm>
        </p:spPr>
        <p:txBody>
          <a:bodyPr>
            <a:spAutoFit/>
          </a:bodyPr>
          <a:lstStyle>
            <a:lvl1pPr>
              <a:defRPr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69773" y="1600200"/>
            <a:ext cx="4784852" cy="3657600"/>
          </a:xfrm>
          <a:prstGeom prst="rect">
            <a:avLst/>
          </a:prstGeom>
        </p:spPr>
        <p:txBody>
          <a:bodyPr/>
          <a:lstStyle>
            <a:lvl1pPr>
              <a:defRPr sz="16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pic>
        <p:nvPicPr>
          <p:cNvPr id="8" name="Graphic 7">
            <a:extLst>
              <a:ext uri="{FF2B5EF4-FFF2-40B4-BE49-F238E27FC236}">
                <a16:creationId xmlns:a16="http://schemas.microsoft.com/office/drawing/2014/main" id="{ECD48285-8885-4D22-8AE4-172AF611419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6" name="Text Placeholder 10">
            <a:extLst>
              <a:ext uri="{FF2B5EF4-FFF2-40B4-BE49-F238E27FC236}">
                <a16:creationId xmlns:a16="http://schemas.microsoft.com/office/drawing/2014/main" id="{D02C5AA0-D8CE-634A-97A8-97B2BC715078}"/>
              </a:ext>
            </a:extLst>
          </p:cNvPr>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472845719"/>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ase Study-Mock Up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2378075"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303841" y="1600200"/>
            <a:ext cx="4797425" cy="338554"/>
          </a:xfrm>
        </p:spPr>
        <p:txBody>
          <a:bodyPr>
            <a:spAutoFit/>
          </a:bodyPr>
          <a:lstStyle>
            <a:lvl1pPr>
              <a:defRPr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316414" y="2286000"/>
            <a:ext cx="4784852" cy="3657600"/>
          </a:xfrm>
        </p:spPr>
        <p:txBody>
          <a:bodyPr/>
          <a:lstStyle>
            <a:lvl1pPr>
              <a:defRPr sz="16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pic>
        <p:nvPicPr>
          <p:cNvPr id="12" name="Graphic 11">
            <a:extLst>
              <a:ext uri="{FF2B5EF4-FFF2-40B4-BE49-F238E27FC236}">
                <a16:creationId xmlns:a16="http://schemas.microsoft.com/office/drawing/2014/main" id="{E5D96D1E-C1BD-6F40-A978-D03F53CD4A4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274655495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N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34032" y="0"/>
            <a:ext cx="3142357"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57200" y="457200"/>
            <a:ext cx="2407920" cy="677108"/>
          </a:xfrm>
        </p:spPr>
        <p:txBody>
          <a:bodyPr>
            <a:spAutoFit/>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231494"/>
            <a:ext cx="240792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pic>
        <p:nvPicPr>
          <p:cNvPr id="8" name="Graphic 7">
            <a:extLst>
              <a:ext uri="{FF2B5EF4-FFF2-40B4-BE49-F238E27FC236}">
                <a16:creationId xmlns:a16="http://schemas.microsoft.com/office/drawing/2014/main" id="{EE036E7A-2B84-45D1-985C-C2AD71420C4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7" name="Picture Placeholder 2">
            <a:extLst>
              <a:ext uri="{FF2B5EF4-FFF2-40B4-BE49-F238E27FC236}">
                <a16:creationId xmlns:a16="http://schemas.microsoft.com/office/drawing/2014/main" id="{CE8FAB7B-4710-4747-B680-F6B4F0097B29}"/>
              </a:ext>
            </a:extLst>
          </p:cNvPr>
          <p:cNvSpPr>
            <a:spLocks noGrp="1"/>
          </p:cNvSpPr>
          <p:nvPr>
            <p:ph type="pic" sz="quarter" idx="16"/>
          </p:nvPr>
        </p:nvSpPr>
        <p:spPr>
          <a:xfrm>
            <a:off x="3108325" y="0"/>
            <a:ext cx="9083675" cy="6858000"/>
          </a:xfrm>
          <a:prstGeom prst="rect">
            <a:avLst/>
          </a:prstGeom>
        </p:spPr>
        <p:txBody>
          <a:bodyPr/>
          <a:lstStyle/>
          <a:p>
            <a:endParaRPr lang="en-US"/>
          </a:p>
        </p:txBody>
      </p:sp>
    </p:spTree>
    <p:extLst>
      <p:ext uri="{BB962C8B-B14F-4D97-AF65-F5344CB8AC3E}">
        <p14:creationId xmlns:p14="http://schemas.microsoft.com/office/powerpoint/2010/main" val="1119847487"/>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ase Study-2/3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4302125"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7A9547FE-7857-4A70-ACDF-06ACC0CC381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9" name="Title 1">
            <a:extLst>
              <a:ext uri="{FF2B5EF4-FFF2-40B4-BE49-F238E27FC236}">
                <a16:creationId xmlns:a16="http://schemas.microsoft.com/office/drawing/2014/main" id="{11BCE546-F0EF-2742-9891-475F8219D406}"/>
              </a:ext>
            </a:extLst>
          </p:cNvPr>
          <p:cNvSpPr>
            <a:spLocks noGrp="1"/>
          </p:cNvSpPr>
          <p:nvPr>
            <p:ph type="title"/>
          </p:nvPr>
        </p:nvSpPr>
        <p:spPr>
          <a:xfrm>
            <a:off x="457201" y="499646"/>
            <a:ext cx="3606927" cy="338554"/>
          </a:xfrm>
        </p:spPr>
        <p:txBody>
          <a:bodyPr wrap="square">
            <a:spAutoFit/>
          </a:bodyPr>
          <a:lstStyle>
            <a:lvl1pPr>
              <a:defRPr b="1">
                <a:solidFill>
                  <a:schemeClr val="bg1"/>
                </a:solidFill>
                <a:latin typeface="+mn-lt"/>
              </a:defRPr>
            </a:lvl1pPr>
          </a:lstStyle>
          <a:p>
            <a:r>
              <a:rPr lang="en-US"/>
              <a:t>Click to edit Master title style</a:t>
            </a:r>
          </a:p>
        </p:txBody>
      </p:sp>
      <p:sp>
        <p:nvSpPr>
          <p:cNvPr id="6" name="Text Placeholder 10">
            <a:extLst>
              <a:ext uri="{FF2B5EF4-FFF2-40B4-BE49-F238E27FC236}">
                <a16:creationId xmlns:a16="http://schemas.microsoft.com/office/drawing/2014/main" id="{B2196D5E-2DE5-E948-A22F-E057A6B99915}"/>
              </a:ext>
            </a:extLst>
          </p:cNvPr>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791281307"/>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ase Study-Mock Up Lef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7180263"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57200" y="927353"/>
            <a:ext cx="4797425" cy="338554"/>
          </a:xfrm>
        </p:spPr>
        <p:txBody>
          <a:bodyPr>
            <a:spAutoFit/>
          </a:bodyPr>
          <a:lstStyle>
            <a:lvl1pPr>
              <a:defRPr b="1">
                <a:solidFill>
                  <a:schemeClr val="bg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69773" y="1613153"/>
            <a:ext cx="4784852" cy="2965748"/>
          </a:xfrm>
          <a:prstGeom prst="rect">
            <a:avLst/>
          </a:prstGeom>
        </p:spPr>
        <p:txBody>
          <a:bodyPr>
            <a:spAutoFit/>
          </a:bodyPr>
          <a:lstStyle>
            <a:lvl1pPr>
              <a:defRPr sz="1600">
                <a:solidFill>
                  <a:schemeClr val="bg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pic>
        <p:nvPicPr>
          <p:cNvPr id="4" name="Graphic 3">
            <a:extLst>
              <a:ext uri="{FF2B5EF4-FFF2-40B4-BE49-F238E27FC236}">
                <a16:creationId xmlns:a16="http://schemas.microsoft.com/office/drawing/2014/main" id="{FF61EEF5-D25E-43F9-9DE7-B0D48CE58D1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6" name="Text Placeholder 10">
            <a:extLst>
              <a:ext uri="{FF2B5EF4-FFF2-40B4-BE49-F238E27FC236}">
                <a16:creationId xmlns:a16="http://schemas.microsoft.com/office/drawing/2014/main" id="{2E184C37-FA49-E94C-B478-B1492E6E7F7A}"/>
              </a:ext>
            </a:extLst>
          </p:cNvPr>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251554379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Narrow-Black">
    <p:spTree>
      <p:nvGrpSpPr>
        <p:cNvPr id="1" name=""/>
        <p:cNvGrpSpPr/>
        <p:nvPr/>
      </p:nvGrpSpPr>
      <p:grpSpPr>
        <a:xfrm>
          <a:off x="0" y="0"/>
          <a:ext cx="0" cy="0"/>
          <a:chOff x="0" y="0"/>
          <a:chExt cx="0" cy="0"/>
        </a:xfrm>
      </p:grpSpPr>
      <p:sp>
        <p:nvSpPr>
          <p:cNvPr id="11" name="Title 1"/>
          <p:cNvSpPr>
            <a:spLocks noGrp="1"/>
          </p:cNvSpPr>
          <p:nvPr>
            <p:ph type="title"/>
          </p:nvPr>
        </p:nvSpPr>
        <p:spPr>
          <a:xfrm>
            <a:off x="457200" y="457200"/>
            <a:ext cx="2407920" cy="677108"/>
          </a:xfrm>
        </p:spPr>
        <p:txBody>
          <a:bodyPr>
            <a:spAutoFit/>
          </a:bodyPr>
          <a:lstStyle>
            <a:lvl1pPr>
              <a:defRPr b="1">
                <a:solidFill>
                  <a:schemeClr val="tx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231494"/>
            <a:ext cx="240792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
        <p:nvSpPr>
          <p:cNvPr id="2" name="Rectangle 1">
            <a:extLst>
              <a:ext uri="{FF2B5EF4-FFF2-40B4-BE49-F238E27FC236}">
                <a16:creationId xmlns:a16="http://schemas.microsoft.com/office/drawing/2014/main" id="{2CB0227B-1090-48E9-B33D-CB9CA73DF05F}"/>
              </a:ext>
            </a:extLst>
          </p:cNvPr>
          <p:cNvSpPr/>
          <p:nvPr userDrawn="1"/>
        </p:nvSpPr>
        <p:spPr bwMode="auto">
          <a:xfrm flipH="1">
            <a:off x="3108325" y="0"/>
            <a:ext cx="9083675"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8" name="TextBox 7">
            <a:extLst>
              <a:ext uri="{FF2B5EF4-FFF2-40B4-BE49-F238E27FC236}">
                <a16:creationId xmlns:a16="http://schemas.microsoft.com/office/drawing/2014/main" id="{42CC76E4-4D68-894E-AF17-C8188D17CE71}"/>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bg1"/>
                </a:solidFill>
              </a:rPr>
              <a:t>CONFIDENTIAL. Copyright ©</a:t>
            </a:r>
          </a:p>
        </p:txBody>
      </p:sp>
      <p:sp>
        <p:nvSpPr>
          <p:cNvPr id="13" name="Text Placeholder 3">
            <a:extLst>
              <a:ext uri="{FF2B5EF4-FFF2-40B4-BE49-F238E27FC236}">
                <a16:creationId xmlns:a16="http://schemas.microsoft.com/office/drawing/2014/main" id="{B4E5246D-43F4-5946-BF12-EAA7EF1F6B9B}"/>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831083680"/>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ase Study-1/2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TextBox 6">
            <a:extLst>
              <a:ext uri="{FF2B5EF4-FFF2-40B4-BE49-F238E27FC236}">
                <a16:creationId xmlns:a16="http://schemas.microsoft.com/office/drawing/2014/main" id="{D5E70CA8-AE5E-9144-B51A-3DB9B2B912F8}"/>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bg1"/>
                </a:solidFill>
              </a:rPr>
              <a:t>CONFIDENTIAL. Copyright ©</a:t>
            </a:r>
          </a:p>
        </p:txBody>
      </p:sp>
      <p:sp>
        <p:nvSpPr>
          <p:cNvPr id="11" name="Text Placeholder 10">
            <a:extLst>
              <a:ext uri="{FF2B5EF4-FFF2-40B4-BE49-F238E27FC236}">
                <a16:creationId xmlns:a16="http://schemas.microsoft.com/office/drawing/2014/main" id="{2A2E37B5-D917-F347-A92A-FFF42F041ED5}"/>
              </a:ext>
            </a:extLst>
          </p:cNvPr>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
        <p:nvSpPr>
          <p:cNvPr id="12" name="Title 1">
            <a:extLst>
              <a:ext uri="{FF2B5EF4-FFF2-40B4-BE49-F238E27FC236}">
                <a16:creationId xmlns:a16="http://schemas.microsoft.com/office/drawing/2014/main" id="{C8B879C7-3885-2143-A73F-46BF268524BA}"/>
              </a:ext>
            </a:extLst>
          </p:cNvPr>
          <p:cNvSpPr>
            <a:spLocks noGrp="1"/>
          </p:cNvSpPr>
          <p:nvPr>
            <p:ph type="title"/>
          </p:nvPr>
        </p:nvSpPr>
        <p:spPr>
          <a:xfrm>
            <a:off x="457200" y="457200"/>
            <a:ext cx="4797425" cy="457200"/>
          </a:xfrm>
        </p:spPr>
        <p:txBody>
          <a:bodyPr/>
          <a:lstStyle>
            <a:lvl1pPr>
              <a:defRPr b="1">
                <a:latin typeface="+mn-lt"/>
              </a:defRPr>
            </a:lvl1pPr>
          </a:lstStyle>
          <a:p>
            <a:r>
              <a:rPr lang="en-US"/>
              <a:t>Click to edit Master title style</a:t>
            </a:r>
          </a:p>
        </p:txBody>
      </p:sp>
      <p:sp>
        <p:nvSpPr>
          <p:cNvPr id="13" name="Text Placeholder 3">
            <a:extLst>
              <a:ext uri="{FF2B5EF4-FFF2-40B4-BE49-F238E27FC236}">
                <a16:creationId xmlns:a16="http://schemas.microsoft.com/office/drawing/2014/main" id="{EC884B43-5420-8A44-BD3B-D88B17EDD055}"/>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3917986588"/>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ase Study-1/3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7907337" y="0"/>
            <a:ext cx="428466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8" name="Title 1">
            <a:extLst>
              <a:ext uri="{FF2B5EF4-FFF2-40B4-BE49-F238E27FC236}">
                <a16:creationId xmlns:a16="http://schemas.microsoft.com/office/drawing/2014/main" id="{38C65148-4BCC-48BC-8E7B-05AA01088658}"/>
              </a:ext>
            </a:extLst>
          </p:cNvPr>
          <p:cNvSpPr>
            <a:spLocks noGrp="1"/>
          </p:cNvSpPr>
          <p:nvPr>
            <p:ph type="title"/>
          </p:nvPr>
        </p:nvSpPr>
        <p:spPr>
          <a:xfrm>
            <a:off x="457200" y="467139"/>
            <a:ext cx="4797425" cy="338554"/>
          </a:xfrm>
        </p:spPr>
        <p:txBody>
          <a:bodyPr>
            <a:spAutoFit/>
          </a:bodyPr>
          <a:lstStyle>
            <a:lvl1pPr>
              <a:defRPr b="1">
                <a:latin typeface="+mn-lt"/>
              </a:defRPr>
            </a:lvl1pPr>
          </a:lstStyle>
          <a:p>
            <a:r>
              <a:rPr lang="en-US"/>
              <a:t>Click to edit Master title style</a:t>
            </a:r>
          </a:p>
        </p:txBody>
      </p:sp>
      <p:sp>
        <p:nvSpPr>
          <p:cNvPr id="7" name="TextBox 6">
            <a:extLst>
              <a:ext uri="{FF2B5EF4-FFF2-40B4-BE49-F238E27FC236}">
                <a16:creationId xmlns:a16="http://schemas.microsoft.com/office/drawing/2014/main" id="{39B55E40-4D84-A94C-A4CB-F465F24AE156}"/>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bg1"/>
                </a:solidFill>
              </a:rPr>
              <a:t>CONFIDENTIAL. Copyright ©</a:t>
            </a:r>
          </a:p>
        </p:txBody>
      </p:sp>
      <p:sp>
        <p:nvSpPr>
          <p:cNvPr id="8" name="Text Placeholder 3">
            <a:extLst>
              <a:ext uri="{FF2B5EF4-FFF2-40B4-BE49-F238E27FC236}">
                <a16:creationId xmlns:a16="http://schemas.microsoft.com/office/drawing/2014/main" id="{80D87F5D-4F0F-994A-BFA6-46BC2DD6C512}"/>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9" name="Text Placeholder 10">
            <a:extLst>
              <a:ext uri="{FF2B5EF4-FFF2-40B4-BE49-F238E27FC236}">
                <a16:creationId xmlns:a16="http://schemas.microsoft.com/office/drawing/2014/main" id="{D6A52748-F772-0748-94C9-3767AF238C35}"/>
              </a:ext>
            </a:extLst>
          </p:cNvPr>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483783308"/>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ase Study-1/2 Picture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D4D51ED0-4D08-4641-87AC-8F2B5E2A3B9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9" name="TextBox 8">
            <a:extLst>
              <a:ext uri="{FF2B5EF4-FFF2-40B4-BE49-F238E27FC236}">
                <a16:creationId xmlns:a16="http://schemas.microsoft.com/office/drawing/2014/main" id="{6A703936-AD1E-BD44-91CB-919F81D7BFEC}"/>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bg1"/>
                </a:solidFill>
              </a:rPr>
              <a:t>CONFIDENTIAL. Copyright ©</a:t>
            </a:r>
          </a:p>
        </p:txBody>
      </p:sp>
      <p:sp>
        <p:nvSpPr>
          <p:cNvPr id="12" name="Text Placeholder 3">
            <a:extLst>
              <a:ext uri="{FF2B5EF4-FFF2-40B4-BE49-F238E27FC236}">
                <a16:creationId xmlns:a16="http://schemas.microsoft.com/office/drawing/2014/main" id="{BD1BED4F-175D-FF44-A003-4A5C8D212304}"/>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13" name="Picture Placeholder 2">
            <a:extLst>
              <a:ext uri="{FF2B5EF4-FFF2-40B4-BE49-F238E27FC236}">
                <a16:creationId xmlns:a16="http://schemas.microsoft.com/office/drawing/2014/main" id="{091CD3F7-14AE-A849-9B73-75D2354D4845}"/>
              </a:ext>
            </a:extLst>
          </p:cNvPr>
          <p:cNvSpPr>
            <a:spLocks noGrp="1"/>
          </p:cNvSpPr>
          <p:nvPr>
            <p:ph type="pic" sz="quarter" idx="16"/>
          </p:nvPr>
        </p:nvSpPr>
        <p:spPr>
          <a:xfrm>
            <a:off x="6096000" y="0"/>
            <a:ext cx="6096000" cy="6858000"/>
          </a:xfrm>
          <a:prstGeom prst="rect">
            <a:avLst/>
          </a:prstGeom>
        </p:spPr>
        <p:txBody>
          <a:bodyPr/>
          <a:lstStyle/>
          <a:p>
            <a:endParaRPr lang="en-US"/>
          </a:p>
        </p:txBody>
      </p:sp>
      <p:sp>
        <p:nvSpPr>
          <p:cNvPr id="14" name="Title 1">
            <a:extLst>
              <a:ext uri="{FF2B5EF4-FFF2-40B4-BE49-F238E27FC236}">
                <a16:creationId xmlns:a16="http://schemas.microsoft.com/office/drawing/2014/main" id="{1090E848-D90D-3040-B1C3-7D33F1A7AC6F}"/>
              </a:ext>
            </a:extLst>
          </p:cNvPr>
          <p:cNvSpPr>
            <a:spLocks noGrp="1"/>
          </p:cNvSpPr>
          <p:nvPr>
            <p:ph type="title"/>
          </p:nvPr>
        </p:nvSpPr>
        <p:spPr>
          <a:xfrm>
            <a:off x="457200" y="927353"/>
            <a:ext cx="4797425" cy="338554"/>
          </a:xfrm>
        </p:spPr>
        <p:txBody>
          <a:bodyPr>
            <a:spAutoFit/>
          </a:bodyPr>
          <a:lstStyle>
            <a:lvl1pPr>
              <a:defRPr b="1">
                <a:solidFill>
                  <a:schemeClr val="bg1"/>
                </a:solidFill>
                <a:latin typeface="+mn-lt"/>
              </a:defRPr>
            </a:lvl1pPr>
          </a:lstStyle>
          <a:p>
            <a:r>
              <a:rPr lang="en-US"/>
              <a:t>Click to edit Master title style</a:t>
            </a:r>
          </a:p>
        </p:txBody>
      </p:sp>
      <p:sp>
        <p:nvSpPr>
          <p:cNvPr id="15" name="Text Placeholder 2">
            <a:extLst>
              <a:ext uri="{FF2B5EF4-FFF2-40B4-BE49-F238E27FC236}">
                <a16:creationId xmlns:a16="http://schemas.microsoft.com/office/drawing/2014/main" id="{30EAA2BB-1929-1344-BB72-B8696E5C93FB}"/>
              </a:ext>
            </a:extLst>
          </p:cNvPr>
          <p:cNvSpPr>
            <a:spLocks noGrp="1"/>
          </p:cNvSpPr>
          <p:nvPr>
            <p:ph type="body" sz="quarter" idx="17" hasCustomPrompt="1"/>
          </p:nvPr>
        </p:nvSpPr>
        <p:spPr>
          <a:xfrm>
            <a:off x="469773" y="1613153"/>
            <a:ext cx="4784852" cy="2965748"/>
          </a:xfrm>
          <a:prstGeom prst="rect">
            <a:avLst/>
          </a:prstGeom>
        </p:spPr>
        <p:txBody>
          <a:bodyPr>
            <a:spAutoFit/>
          </a:bodyPr>
          <a:lstStyle>
            <a:lvl1pPr>
              <a:defRPr sz="1600">
                <a:solidFill>
                  <a:schemeClr val="bg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sp>
        <p:nvSpPr>
          <p:cNvPr id="10" name="Text Placeholder 10">
            <a:extLst>
              <a:ext uri="{FF2B5EF4-FFF2-40B4-BE49-F238E27FC236}">
                <a16:creationId xmlns:a16="http://schemas.microsoft.com/office/drawing/2014/main" id="{B6C52A15-EBCB-2E4D-B9B0-C28E4B5B7D51}"/>
              </a:ext>
            </a:extLst>
          </p:cNvPr>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Tree>
    <p:extLst>
      <p:ext uri="{BB962C8B-B14F-4D97-AF65-F5344CB8AC3E}">
        <p14:creationId xmlns:p14="http://schemas.microsoft.com/office/powerpoint/2010/main" val="4218615124"/>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ase Study-Statement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303841" y="1600200"/>
            <a:ext cx="4797425" cy="338554"/>
          </a:xfrm>
        </p:spPr>
        <p:txBody>
          <a:bodyPr>
            <a:spAutoFit/>
          </a:bodyPr>
          <a:lstStyle>
            <a:lvl1pPr>
              <a:defRPr b="1">
                <a:solidFill>
                  <a:schemeClr val="bg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316414" y="2286000"/>
            <a:ext cx="4784852" cy="3657600"/>
          </a:xfrm>
          <a:prstGeom prst="rect">
            <a:avLst/>
          </a:prstGeom>
        </p:spPr>
        <p:txBody>
          <a:bodyPr/>
          <a:lstStyle>
            <a:lvl1pPr>
              <a:defRPr sz="1600">
                <a:solidFill>
                  <a:schemeClr val="bg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pic>
        <p:nvPicPr>
          <p:cNvPr id="7" name="Graphic 6">
            <a:extLst>
              <a:ext uri="{FF2B5EF4-FFF2-40B4-BE49-F238E27FC236}">
                <a16:creationId xmlns:a16="http://schemas.microsoft.com/office/drawing/2014/main" id="{6E44CDB4-CF54-423C-9681-C9AAACA56BA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8" name="TextBox 7">
            <a:extLst>
              <a:ext uri="{FF2B5EF4-FFF2-40B4-BE49-F238E27FC236}">
                <a16:creationId xmlns:a16="http://schemas.microsoft.com/office/drawing/2014/main" id="{D74CC298-22F4-2C44-B143-5C071C1464AE}"/>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bg1"/>
                </a:solidFill>
              </a:rPr>
              <a:t>CONFIDENTIAL. Copyright ©</a:t>
            </a:r>
          </a:p>
        </p:txBody>
      </p:sp>
      <p:sp>
        <p:nvSpPr>
          <p:cNvPr id="9" name="Text Placeholder 3">
            <a:extLst>
              <a:ext uri="{FF2B5EF4-FFF2-40B4-BE49-F238E27FC236}">
                <a16:creationId xmlns:a16="http://schemas.microsoft.com/office/drawing/2014/main" id="{564434E4-9DFC-C54A-8FA5-A3977779F6DB}"/>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332939018"/>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4-Column Pictures ">
    <p:spTree>
      <p:nvGrpSpPr>
        <p:cNvPr id="1" name=""/>
        <p:cNvGrpSpPr/>
        <p:nvPr/>
      </p:nvGrpSpPr>
      <p:grpSpPr>
        <a:xfrm>
          <a:off x="0" y="0"/>
          <a:ext cx="0" cy="0"/>
          <a:chOff x="0" y="0"/>
          <a:chExt cx="0" cy="0"/>
        </a:xfrm>
      </p:grpSpPr>
      <p:sp>
        <p:nvSpPr>
          <p:cNvPr id="11" name="Title 1"/>
          <p:cNvSpPr>
            <a:spLocks noGrp="1"/>
          </p:cNvSpPr>
          <p:nvPr>
            <p:ph type="title"/>
          </p:nvPr>
        </p:nvSpPr>
        <p:spPr>
          <a:xfrm>
            <a:off x="457200" y="457200"/>
            <a:ext cx="11274552" cy="4572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
        <p:nvSpPr>
          <p:cNvPr id="3" name="Text Placeholder 2">
            <a:extLst>
              <a:ext uri="{FF2B5EF4-FFF2-40B4-BE49-F238E27FC236}">
                <a16:creationId xmlns:a16="http://schemas.microsoft.com/office/drawing/2014/main" id="{B4B02766-9497-4A26-BB62-880E91855227}"/>
              </a:ext>
            </a:extLst>
          </p:cNvPr>
          <p:cNvSpPr>
            <a:spLocks noGrp="1"/>
          </p:cNvSpPr>
          <p:nvPr>
            <p:ph type="body" sz="quarter" idx="16" hasCustomPrompt="1"/>
          </p:nvPr>
        </p:nvSpPr>
        <p:spPr>
          <a:xfrm>
            <a:off x="457200" y="2753526"/>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6" name="Text Placeholder 2">
            <a:extLst>
              <a:ext uri="{FF2B5EF4-FFF2-40B4-BE49-F238E27FC236}">
                <a16:creationId xmlns:a16="http://schemas.microsoft.com/office/drawing/2014/main" id="{14ACCEEE-9EE8-4BBF-B992-09ACA791A933}"/>
              </a:ext>
            </a:extLst>
          </p:cNvPr>
          <p:cNvSpPr>
            <a:spLocks noGrp="1"/>
          </p:cNvSpPr>
          <p:nvPr>
            <p:ph type="body" sz="quarter" idx="18" hasCustomPrompt="1"/>
          </p:nvPr>
        </p:nvSpPr>
        <p:spPr>
          <a:xfrm>
            <a:off x="457200" y="3434928"/>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p>
        </p:txBody>
      </p:sp>
      <p:sp>
        <p:nvSpPr>
          <p:cNvPr id="9" name="Text Placeholder 2">
            <a:extLst>
              <a:ext uri="{FF2B5EF4-FFF2-40B4-BE49-F238E27FC236}">
                <a16:creationId xmlns:a16="http://schemas.microsoft.com/office/drawing/2014/main" id="{D2C8C061-6443-461A-A052-E19A46AADCA8}"/>
              </a:ext>
            </a:extLst>
          </p:cNvPr>
          <p:cNvSpPr>
            <a:spLocks noGrp="1"/>
          </p:cNvSpPr>
          <p:nvPr>
            <p:ph type="body" sz="quarter" idx="19" hasCustomPrompt="1"/>
          </p:nvPr>
        </p:nvSpPr>
        <p:spPr>
          <a:xfrm>
            <a:off x="3413760" y="2753526"/>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10" name="Text Placeholder 2">
            <a:extLst>
              <a:ext uri="{FF2B5EF4-FFF2-40B4-BE49-F238E27FC236}">
                <a16:creationId xmlns:a16="http://schemas.microsoft.com/office/drawing/2014/main" id="{626FC49A-5396-46E4-8A00-C0A017834ED3}"/>
              </a:ext>
            </a:extLst>
          </p:cNvPr>
          <p:cNvSpPr>
            <a:spLocks noGrp="1"/>
          </p:cNvSpPr>
          <p:nvPr>
            <p:ph type="body" sz="quarter" idx="20" hasCustomPrompt="1"/>
          </p:nvPr>
        </p:nvSpPr>
        <p:spPr>
          <a:xfrm>
            <a:off x="3413760" y="3434928"/>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p>
        </p:txBody>
      </p:sp>
      <p:sp>
        <p:nvSpPr>
          <p:cNvPr id="13" name="Text Placeholder 2">
            <a:extLst>
              <a:ext uri="{FF2B5EF4-FFF2-40B4-BE49-F238E27FC236}">
                <a16:creationId xmlns:a16="http://schemas.microsoft.com/office/drawing/2014/main" id="{AEEE17DA-6635-495B-A481-BBD7188AD456}"/>
              </a:ext>
            </a:extLst>
          </p:cNvPr>
          <p:cNvSpPr>
            <a:spLocks noGrp="1"/>
          </p:cNvSpPr>
          <p:nvPr>
            <p:ph type="body" sz="quarter" idx="21" hasCustomPrompt="1"/>
          </p:nvPr>
        </p:nvSpPr>
        <p:spPr>
          <a:xfrm>
            <a:off x="6370320" y="2753526"/>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14" name="Text Placeholder 2">
            <a:extLst>
              <a:ext uri="{FF2B5EF4-FFF2-40B4-BE49-F238E27FC236}">
                <a16:creationId xmlns:a16="http://schemas.microsoft.com/office/drawing/2014/main" id="{BF29616B-A8DB-42A6-A277-8CAE573E985F}"/>
              </a:ext>
            </a:extLst>
          </p:cNvPr>
          <p:cNvSpPr>
            <a:spLocks noGrp="1"/>
          </p:cNvSpPr>
          <p:nvPr>
            <p:ph type="body" sz="quarter" idx="22" hasCustomPrompt="1"/>
          </p:nvPr>
        </p:nvSpPr>
        <p:spPr>
          <a:xfrm>
            <a:off x="6370320" y="3434928"/>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p>
        </p:txBody>
      </p:sp>
      <p:sp>
        <p:nvSpPr>
          <p:cNvPr id="19" name="Text Placeholder 2">
            <a:extLst>
              <a:ext uri="{FF2B5EF4-FFF2-40B4-BE49-F238E27FC236}">
                <a16:creationId xmlns:a16="http://schemas.microsoft.com/office/drawing/2014/main" id="{0D35C967-D122-42CE-BDAF-F34B55F00EA2}"/>
              </a:ext>
            </a:extLst>
          </p:cNvPr>
          <p:cNvSpPr>
            <a:spLocks noGrp="1"/>
          </p:cNvSpPr>
          <p:nvPr>
            <p:ph type="body" sz="quarter" idx="23" hasCustomPrompt="1"/>
          </p:nvPr>
        </p:nvSpPr>
        <p:spPr>
          <a:xfrm>
            <a:off x="9326880" y="2753526"/>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20" name="Text Placeholder 2">
            <a:extLst>
              <a:ext uri="{FF2B5EF4-FFF2-40B4-BE49-F238E27FC236}">
                <a16:creationId xmlns:a16="http://schemas.microsoft.com/office/drawing/2014/main" id="{54FDC613-45BE-47C3-82C5-FC027C2DE43E}"/>
              </a:ext>
            </a:extLst>
          </p:cNvPr>
          <p:cNvSpPr>
            <a:spLocks noGrp="1"/>
          </p:cNvSpPr>
          <p:nvPr>
            <p:ph type="body" sz="quarter" idx="24" hasCustomPrompt="1"/>
          </p:nvPr>
        </p:nvSpPr>
        <p:spPr>
          <a:xfrm>
            <a:off x="9326880" y="3434928"/>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p>
        </p:txBody>
      </p:sp>
      <p:sp>
        <p:nvSpPr>
          <p:cNvPr id="24" name="Picture Placeholder 23">
            <a:extLst>
              <a:ext uri="{FF2B5EF4-FFF2-40B4-BE49-F238E27FC236}">
                <a16:creationId xmlns:a16="http://schemas.microsoft.com/office/drawing/2014/main" id="{F84AF8F5-D562-4FBF-9069-09A640AACD09}"/>
              </a:ext>
            </a:extLst>
          </p:cNvPr>
          <p:cNvSpPr>
            <a:spLocks noGrp="1"/>
          </p:cNvSpPr>
          <p:nvPr>
            <p:ph type="pic" sz="quarter" idx="27"/>
          </p:nvPr>
        </p:nvSpPr>
        <p:spPr>
          <a:xfrm>
            <a:off x="463731" y="1143000"/>
            <a:ext cx="2408238" cy="1371600"/>
          </a:xfrm>
          <a:prstGeom prst="rect">
            <a:avLst/>
          </a:prstGeom>
          <a:solidFill>
            <a:schemeClr val="bg1">
              <a:lumMod val="95000"/>
            </a:schemeClr>
          </a:solidFill>
        </p:spPr>
        <p:txBody>
          <a:bodyPr/>
          <a:lstStyle/>
          <a:p>
            <a:endParaRPr lang="en-US"/>
          </a:p>
        </p:txBody>
      </p:sp>
      <p:sp>
        <p:nvSpPr>
          <p:cNvPr id="25" name="Picture Placeholder 23">
            <a:extLst>
              <a:ext uri="{FF2B5EF4-FFF2-40B4-BE49-F238E27FC236}">
                <a16:creationId xmlns:a16="http://schemas.microsoft.com/office/drawing/2014/main" id="{4F5537FA-B25A-4A75-AFE8-CB3D2D4EA781}"/>
              </a:ext>
            </a:extLst>
          </p:cNvPr>
          <p:cNvSpPr>
            <a:spLocks noGrp="1"/>
          </p:cNvSpPr>
          <p:nvPr>
            <p:ph type="pic" sz="quarter" idx="28"/>
          </p:nvPr>
        </p:nvSpPr>
        <p:spPr>
          <a:xfrm>
            <a:off x="3413442" y="1143000"/>
            <a:ext cx="2408238" cy="1371600"/>
          </a:xfrm>
          <a:prstGeom prst="rect">
            <a:avLst/>
          </a:prstGeom>
          <a:solidFill>
            <a:schemeClr val="bg1">
              <a:lumMod val="95000"/>
            </a:schemeClr>
          </a:solidFill>
        </p:spPr>
        <p:txBody>
          <a:bodyPr/>
          <a:lstStyle/>
          <a:p>
            <a:endParaRPr lang="en-US"/>
          </a:p>
        </p:txBody>
      </p:sp>
      <p:sp>
        <p:nvSpPr>
          <p:cNvPr id="26" name="Picture Placeholder 23">
            <a:extLst>
              <a:ext uri="{FF2B5EF4-FFF2-40B4-BE49-F238E27FC236}">
                <a16:creationId xmlns:a16="http://schemas.microsoft.com/office/drawing/2014/main" id="{62EC0755-06FE-418F-830B-3953EAC2B2B8}"/>
              </a:ext>
            </a:extLst>
          </p:cNvPr>
          <p:cNvSpPr>
            <a:spLocks noGrp="1"/>
          </p:cNvSpPr>
          <p:nvPr>
            <p:ph type="pic" sz="quarter" idx="29"/>
          </p:nvPr>
        </p:nvSpPr>
        <p:spPr>
          <a:xfrm>
            <a:off x="6363153" y="1143000"/>
            <a:ext cx="2408238" cy="1371600"/>
          </a:xfrm>
          <a:prstGeom prst="rect">
            <a:avLst/>
          </a:prstGeom>
          <a:solidFill>
            <a:schemeClr val="bg1">
              <a:lumMod val="95000"/>
            </a:schemeClr>
          </a:solidFill>
        </p:spPr>
        <p:txBody>
          <a:bodyPr/>
          <a:lstStyle/>
          <a:p>
            <a:endParaRPr lang="en-US"/>
          </a:p>
        </p:txBody>
      </p:sp>
      <p:sp>
        <p:nvSpPr>
          <p:cNvPr id="27" name="Picture Placeholder 23">
            <a:extLst>
              <a:ext uri="{FF2B5EF4-FFF2-40B4-BE49-F238E27FC236}">
                <a16:creationId xmlns:a16="http://schemas.microsoft.com/office/drawing/2014/main" id="{5145A383-DF32-4D59-98B6-07591E0CE3E3}"/>
              </a:ext>
            </a:extLst>
          </p:cNvPr>
          <p:cNvSpPr>
            <a:spLocks noGrp="1"/>
          </p:cNvSpPr>
          <p:nvPr>
            <p:ph type="pic" sz="quarter" idx="30"/>
          </p:nvPr>
        </p:nvSpPr>
        <p:spPr>
          <a:xfrm>
            <a:off x="9312864" y="1143000"/>
            <a:ext cx="2408238" cy="1371600"/>
          </a:xfrm>
          <a:prstGeom prst="rect">
            <a:avLst/>
          </a:prstGeom>
          <a:solidFill>
            <a:schemeClr val="bg1">
              <a:lumMod val="95000"/>
            </a:schemeClr>
          </a:solidFill>
        </p:spPr>
        <p:txBody>
          <a:bodyPr/>
          <a:lstStyle/>
          <a:p>
            <a:endParaRPr lang="en-US"/>
          </a:p>
        </p:txBody>
      </p:sp>
    </p:spTree>
    <p:extLst>
      <p:ext uri="{BB962C8B-B14F-4D97-AF65-F5344CB8AC3E}">
        <p14:creationId xmlns:p14="http://schemas.microsoft.com/office/powerpoint/2010/main" val="3763771080"/>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3 Pictures">
    <p:spTree>
      <p:nvGrpSpPr>
        <p:cNvPr id="1" name=""/>
        <p:cNvGrpSpPr/>
        <p:nvPr/>
      </p:nvGrpSpPr>
      <p:grpSpPr>
        <a:xfrm>
          <a:off x="0" y="0"/>
          <a:ext cx="0" cy="0"/>
          <a:chOff x="0" y="0"/>
          <a:chExt cx="0" cy="0"/>
        </a:xfrm>
      </p:grpSpPr>
      <p:sp>
        <p:nvSpPr>
          <p:cNvPr id="11" name="Title 1"/>
          <p:cNvSpPr>
            <a:spLocks noGrp="1"/>
          </p:cNvSpPr>
          <p:nvPr>
            <p:ph type="title"/>
          </p:nvPr>
        </p:nvSpPr>
        <p:spPr>
          <a:xfrm>
            <a:off x="457201" y="4124960"/>
            <a:ext cx="3312160" cy="246221"/>
          </a:xfrm>
        </p:spPr>
        <p:txBody>
          <a:bodyPr>
            <a:spAutoFit/>
          </a:bodyPr>
          <a:lstStyle>
            <a:lvl1pPr>
              <a:defRPr sz="1600"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69773" y="4502295"/>
            <a:ext cx="3299588" cy="802399"/>
          </a:xfrm>
          <a:prstGeom prst="rect">
            <a:avLst/>
          </a:prstGeom>
        </p:spPr>
        <p:txBody>
          <a:bodyPr wrap="square">
            <a:spAutoFit/>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13" name="Picture Placeholder 12">
            <a:extLst>
              <a:ext uri="{FF2B5EF4-FFF2-40B4-BE49-F238E27FC236}">
                <a16:creationId xmlns:a16="http://schemas.microsoft.com/office/drawing/2014/main" id="{256621FE-2493-434D-BD83-B0B78B101F25}"/>
              </a:ext>
            </a:extLst>
          </p:cNvPr>
          <p:cNvSpPr>
            <a:spLocks noGrp="1"/>
          </p:cNvSpPr>
          <p:nvPr>
            <p:ph type="pic" sz="quarter" idx="18"/>
          </p:nvPr>
        </p:nvSpPr>
        <p:spPr>
          <a:xfrm>
            <a:off x="0" y="0"/>
            <a:ext cx="4076700" cy="3429000"/>
          </a:xfrm>
          <a:prstGeom prst="rect">
            <a:avLst/>
          </a:prstGeom>
          <a:solidFill>
            <a:schemeClr val="bg2"/>
          </a:solidFill>
        </p:spPr>
        <p:txBody>
          <a:bodyPr/>
          <a:lstStyle/>
          <a:p>
            <a:endParaRPr lang="en-US"/>
          </a:p>
        </p:txBody>
      </p:sp>
      <p:sp>
        <p:nvSpPr>
          <p:cNvPr id="14" name="Picture Placeholder 12">
            <a:extLst>
              <a:ext uri="{FF2B5EF4-FFF2-40B4-BE49-F238E27FC236}">
                <a16:creationId xmlns:a16="http://schemas.microsoft.com/office/drawing/2014/main" id="{2F7B19A9-71C0-403D-B507-22838A53F144}"/>
              </a:ext>
            </a:extLst>
          </p:cNvPr>
          <p:cNvSpPr>
            <a:spLocks noGrp="1"/>
          </p:cNvSpPr>
          <p:nvPr>
            <p:ph type="pic" sz="quarter" idx="19"/>
          </p:nvPr>
        </p:nvSpPr>
        <p:spPr>
          <a:xfrm>
            <a:off x="4076700" y="0"/>
            <a:ext cx="4064000" cy="3429000"/>
          </a:xfrm>
          <a:prstGeom prst="rect">
            <a:avLst/>
          </a:prstGeom>
          <a:solidFill>
            <a:schemeClr val="bg2"/>
          </a:solidFill>
        </p:spPr>
        <p:txBody>
          <a:bodyPr/>
          <a:lstStyle/>
          <a:p>
            <a:endParaRPr lang="en-US"/>
          </a:p>
        </p:txBody>
      </p:sp>
      <p:sp>
        <p:nvSpPr>
          <p:cNvPr id="15" name="Picture Placeholder 12">
            <a:extLst>
              <a:ext uri="{FF2B5EF4-FFF2-40B4-BE49-F238E27FC236}">
                <a16:creationId xmlns:a16="http://schemas.microsoft.com/office/drawing/2014/main" id="{584A1708-3D5F-4AC2-B35F-FB446EFEB7C2}"/>
              </a:ext>
            </a:extLst>
          </p:cNvPr>
          <p:cNvSpPr>
            <a:spLocks noGrp="1"/>
          </p:cNvSpPr>
          <p:nvPr>
            <p:ph type="pic" sz="quarter" idx="20"/>
          </p:nvPr>
        </p:nvSpPr>
        <p:spPr>
          <a:xfrm>
            <a:off x="8140700" y="0"/>
            <a:ext cx="4064000" cy="3429000"/>
          </a:xfrm>
          <a:prstGeom prst="rect">
            <a:avLst/>
          </a:prstGeom>
          <a:solidFill>
            <a:schemeClr val="bg2"/>
          </a:solidFill>
        </p:spPr>
        <p:txBody>
          <a:bodyPr/>
          <a:lstStyle/>
          <a:p>
            <a:endParaRPr lang="en-US"/>
          </a:p>
        </p:txBody>
      </p:sp>
      <p:sp>
        <p:nvSpPr>
          <p:cNvPr id="17" name="Text Placeholder 2">
            <a:extLst>
              <a:ext uri="{FF2B5EF4-FFF2-40B4-BE49-F238E27FC236}">
                <a16:creationId xmlns:a16="http://schemas.microsoft.com/office/drawing/2014/main" id="{97BF9D5A-73E5-43EB-95F4-FF5636951647}"/>
              </a:ext>
            </a:extLst>
          </p:cNvPr>
          <p:cNvSpPr>
            <a:spLocks noGrp="1"/>
          </p:cNvSpPr>
          <p:nvPr>
            <p:ph type="body" sz="quarter" idx="21" hasCustomPrompt="1"/>
          </p:nvPr>
        </p:nvSpPr>
        <p:spPr>
          <a:xfrm>
            <a:off x="4314697" y="4502295"/>
            <a:ext cx="3299588" cy="802399"/>
          </a:xfrm>
          <a:prstGeom prst="rect">
            <a:avLst/>
          </a:prstGeom>
        </p:spPr>
        <p:txBody>
          <a:bodyPr wrap="square">
            <a:spAutoFit/>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19" name="Text Placeholder 2">
            <a:extLst>
              <a:ext uri="{FF2B5EF4-FFF2-40B4-BE49-F238E27FC236}">
                <a16:creationId xmlns:a16="http://schemas.microsoft.com/office/drawing/2014/main" id="{6AC52B6B-2068-4BD5-8D7B-E2AA5CC142A6}"/>
              </a:ext>
            </a:extLst>
          </p:cNvPr>
          <p:cNvSpPr>
            <a:spLocks noGrp="1"/>
          </p:cNvSpPr>
          <p:nvPr>
            <p:ph type="body" sz="quarter" idx="22" hasCustomPrompt="1"/>
          </p:nvPr>
        </p:nvSpPr>
        <p:spPr>
          <a:xfrm>
            <a:off x="8406449" y="4502295"/>
            <a:ext cx="3299588" cy="802399"/>
          </a:xfrm>
          <a:prstGeom prst="rect">
            <a:avLst/>
          </a:prstGeom>
        </p:spPr>
        <p:txBody>
          <a:bodyPr wrap="square">
            <a:spAutoFit/>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4" name="Text Placeholder 3">
            <a:extLst>
              <a:ext uri="{FF2B5EF4-FFF2-40B4-BE49-F238E27FC236}">
                <a16:creationId xmlns:a16="http://schemas.microsoft.com/office/drawing/2014/main" id="{AC56DCAB-CD09-4E29-A907-70E7EBE0E688}"/>
              </a:ext>
            </a:extLst>
          </p:cNvPr>
          <p:cNvSpPr>
            <a:spLocks noGrp="1"/>
          </p:cNvSpPr>
          <p:nvPr>
            <p:ph type="body" sz="quarter" idx="23"/>
          </p:nvPr>
        </p:nvSpPr>
        <p:spPr>
          <a:xfrm>
            <a:off x="4302125" y="4124325"/>
            <a:ext cx="3311525" cy="246221"/>
          </a:xfrm>
          <a:prstGeom prst="rect">
            <a:avLst/>
          </a:prstGeom>
        </p:spPr>
        <p:txBody>
          <a:bodyPr vert="horz" lIns="0" tIns="0" rIns="0" bIns="0" rtlCol="0" anchor="t">
            <a:spAutoFit/>
          </a:bodyPr>
          <a:lstStyle>
            <a:lvl1pPr>
              <a:defRPr lang="en-US" sz="1600" b="1" smtClean="0"/>
            </a:lvl1pPr>
            <a:lvl2pPr>
              <a:defRPr lang="en-US" smtClean="0"/>
            </a:lvl2pPr>
            <a:lvl3pPr>
              <a:defRPr lang="en-US" smtClean="0"/>
            </a:lvl3pPr>
            <a:lvl4pPr>
              <a:defRPr lang="en-US" smtClean="0"/>
            </a:lvl4pPr>
            <a:lvl5pPr>
              <a:defRPr lang="en-US"/>
            </a:lvl5pPr>
          </a:lstStyle>
          <a:p>
            <a:pPr lvl="0">
              <a:lnSpc>
                <a:spcPct val="100000"/>
              </a:lnSpc>
              <a:spcBef>
                <a:spcPct val="0"/>
              </a:spcBef>
            </a:pPr>
            <a:r>
              <a:rPr lang="en-US"/>
              <a:t>Click to edit Master text styles</a:t>
            </a:r>
          </a:p>
        </p:txBody>
      </p:sp>
      <p:sp>
        <p:nvSpPr>
          <p:cNvPr id="6" name="Text Placeholder 5">
            <a:extLst>
              <a:ext uri="{FF2B5EF4-FFF2-40B4-BE49-F238E27FC236}">
                <a16:creationId xmlns:a16="http://schemas.microsoft.com/office/drawing/2014/main" id="{AC9A5C7D-52BE-42FF-9382-B63BBD810FDD}"/>
              </a:ext>
            </a:extLst>
          </p:cNvPr>
          <p:cNvSpPr>
            <a:spLocks noGrp="1"/>
          </p:cNvSpPr>
          <p:nvPr>
            <p:ph type="body" sz="quarter" idx="24"/>
          </p:nvPr>
        </p:nvSpPr>
        <p:spPr>
          <a:xfrm>
            <a:off x="8406449" y="4114800"/>
            <a:ext cx="3312160" cy="246221"/>
          </a:xfrm>
          <a:prstGeom prst="rect">
            <a:avLst/>
          </a:prstGeom>
        </p:spPr>
        <p:txBody>
          <a:bodyPr vert="horz" lIns="0" tIns="0" rIns="0" bIns="0" rtlCol="0" anchor="t">
            <a:spAutoFit/>
          </a:bodyPr>
          <a:lstStyle>
            <a:lvl1pPr>
              <a:defRPr lang="en-US" sz="1600" b="1" smtClean="0"/>
            </a:lvl1pPr>
            <a:lvl2pPr>
              <a:defRPr lang="en-US" smtClean="0"/>
            </a:lvl2pPr>
            <a:lvl3pPr>
              <a:defRPr lang="en-US" smtClean="0"/>
            </a:lvl3pPr>
            <a:lvl4pPr>
              <a:defRPr lang="en-US" smtClean="0"/>
            </a:lvl4pPr>
            <a:lvl5pPr>
              <a:defRPr lang="en-US"/>
            </a:lvl5pPr>
          </a:lstStyle>
          <a:p>
            <a:pPr lvl="0">
              <a:lnSpc>
                <a:spcPct val="100000"/>
              </a:lnSpc>
              <a:spcBef>
                <a:spcPct val="0"/>
              </a:spcBef>
            </a:pPr>
            <a:r>
              <a:rPr lang="en-US"/>
              <a:t>Click to edit Master text styles</a:t>
            </a:r>
          </a:p>
        </p:txBody>
      </p:sp>
    </p:spTree>
    <p:extLst>
      <p:ext uri="{BB962C8B-B14F-4D97-AF65-F5344CB8AC3E}">
        <p14:creationId xmlns:p14="http://schemas.microsoft.com/office/powerpoint/2010/main" val="3595930105"/>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ase Study-4 Pictures">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B615E796-86B4-4C38-A923-10DBDCC4B91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3" y="6469379"/>
            <a:ext cx="1382049" cy="91440"/>
          </a:xfrm>
          <a:prstGeom prst="rect">
            <a:avLst/>
          </a:prstGeom>
        </p:spPr>
      </p:pic>
      <p:sp>
        <p:nvSpPr>
          <p:cNvPr id="13" name="Picture Placeholder 12">
            <a:extLst>
              <a:ext uri="{FF2B5EF4-FFF2-40B4-BE49-F238E27FC236}">
                <a16:creationId xmlns:a16="http://schemas.microsoft.com/office/drawing/2014/main" id="{256621FE-2493-434D-BD83-B0B78B101F25}"/>
              </a:ext>
            </a:extLst>
          </p:cNvPr>
          <p:cNvSpPr>
            <a:spLocks noGrp="1"/>
          </p:cNvSpPr>
          <p:nvPr>
            <p:ph type="pic" sz="quarter" idx="18"/>
          </p:nvPr>
        </p:nvSpPr>
        <p:spPr>
          <a:xfrm>
            <a:off x="-1" y="0"/>
            <a:ext cx="3045667" cy="6858000"/>
          </a:xfrm>
          <a:prstGeom prst="rect">
            <a:avLst/>
          </a:prstGeom>
          <a:solidFill>
            <a:schemeClr val="bg2"/>
          </a:solidFill>
        </p:spPr>
        <p:txBody>
          <a:bodyPr/>
          <a:lstStyle/>
          <a:p>
            <a:endParaRPr lang="en-US"/>
          </a:p>
        </p:txBody>
      </p:sp>
      <p:sp>
        <p:nvSpPr>
          <p:cNvPr id="16" name="Picture Placeholder 12">
            <a:extLst>
              <a:ext uri="{FF2B5EF4-FFF2-40B4-BE49-F238E27FC236}">
                <a16:creationId xmlns:a16="http://schemas.microsoft.com/office/drawing/2014/main" id="{95D56692-426B-4F40-8BC1-45B989D44140}"/>
              </a:ext>
            </a:extLst>
          </p:cNvPr>
          <p:cNvSpPr>
            <a:spLocks noGrp="1"/>
          </p:cNvSpPr>
          <p:nvPr>
            <p:ph type="pic" sz="quarter" idx="19"/>
          </p:nvPr>
        </p:nvSpPr>
        <p:spPr>
          <a:xfrm>
            <a:off x="3048777" y="0"/>
            <a:ext cx="3045667" cy="6858000"/>
          </a:xfrm>
          <a:prstGeom prst="rect">
            <a:avLst/>
          </a:prstGeom>
          <a:solidFill>
            <a:schemeClr val="bg2"/>
          </a:solidFill>
        </p:spPr>
        <p:txBody>
          <a:bodyPr/>
          <a:lstStyle/>
          <a:p>
            <a:endParaRPr lang="en-US"/>
          </a:p>
        </p:txBody>
      </p:sp>
      <p:sp>
        <p:nvSpPr>
          <p:cNvPr id="18" name="Picture Placeholder 12">
            <a:extLst>
              <a:ext uri="{FF2B5EF4-FFF2-40B4-BE49-F238E27FC236}">
                <a16:creationId xmlns:a16="http://schemas.microsoft.com/office/drawing/2014/main" id="{32D43E18-54F7-4125-A364-D733497B4F32}"/>
              </a:ext>
            </a:extLst>
          </p:cNvPr>
          <p:cNvSpPr>
            <a:spLocks noGrp="1"/>
          </p:cNvSpPr>
          <p:nvPr>
            <p:ph type="pic" sz="quarter" idx="20"/>
          </p:nvPr>
        </p:nvSpPr>
        <p:spPr>
          <a:xfrm>
            <a:off x="6097555" y="0"/>
            <a:ext cx="3045667" cy="6858000"/>
          </a:xfrm>
          <a:prstGeom prst="rect">
            <a:avLst/>
          </a:prstGeom>
          <a:solidFill>
            <a:schemeClr val="bg2"/>
          </a:solidFill>
        </p:spPr>
        <p:txBody>
          <a:bodyPr/>
          <a:lstStyle/>
          <a:p>
            <a:endParaRPr lang="en-US"/>
          </a:p>
        </p:txBody>
      </p:sp>
      <p:sp>
        <p:nvSpPr>
          <p:cNvPr id="20" name="Picture Placeholder 12">
            <a:extLst>
              <a:ext uri="{FF2B5EF4-FFF2-40B4-BE49-F238E27FC236}">
                <a16:creationId xmlns:a16="http://schemas.microsoft.com/office/drawing/2014/main" id="{0D751945-7936-4E08-A1DF-7F344072146F}"/>
              </a:ext>
            </a:extLst>
          </p:cNvPr>
          <p:cNvSpPr>
            <a:spLocks noGrp="1"/>
          </p:cNvSpPr>
          <p:nvPr>
            <p:ph type="pic" sz="quarter" idx="21"/>
          </p:nvPr>
        </p:nvSpPr>
        <p:spPr>
          <a:xfrm>
            <a:off x="9146333" y="0"/>
            <a:ext cx="3045667" cy="6858000"/>
          </a:xfrm>
          <a:prstGeom prst="rect">
            <a:avLst/>
          </a:prstGeom>
          <a:solidFill>
            <a:schemeClr val="bg2"/>
          </a:solidFill>
        </p:spPr>
        <p:txBody>
          <a:bodyPr/>
          <a:lstStyle/>
          <a:p>
            <a:endParaRPr lang="en-US"/>
          </a:p>
        </p:txBody>
      </p:sp>
      <p:pic>
        <p:nvPicPr>
          <p:cNvPr id="7" name="Graphic 6">
            <a:extLst>
              <a:ext uri="{FF2B5EF4-FFF2-40B4-BE49-F238E27FC236}">
                <a16:creationId xmlns:a16="http://schemas.microsoft.com/office/drawing/2014/main" id="{9C432762-A502-4EDF-9936-2F1B5B291CCF}"/>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1" y="6438901"/>
            <a:ext cx="540540" cy="190499"/>
          </a:xfrm>
          <a:prstGeom prst="rect">
            <a:avLst/>
          </a:prstGeom>
        </p:spPr>
      </p:pic>
      <p:sp>
        <p:nvSpPr>
          <p:cNvPr id="10" name="TextBox 9">
            <a:extLst>
              <a:ext uri="{FF2B5EF4-FFF2-40B4-BE49-F238E27FC236}">
                <a16:creationId xmlns:a16="http://schemas.microsoft.com/office/drawing/2014/main" id="{043F49D1-094C-794E-ADD9-2E27004213E7}"/>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tx1"/>
                </a:solidFill>
              </a:rPr>
              <a:t>CONFIDENTIAL. Copyright ©</a:t>
            </a:r>
          </a:p>
        </p:txBody>
      </p:sp>
      <p:sp>
        <p:nvSpPr>
          <p:cNvPr id="11" name="Text Placeholder 3">
            <a:extLst>
              <a:ext uri="{FF2B5EF4-FFF2-40B4-BE49-F238E27FC236}">
                <a16:creationId xmlns:a16="http://schemas.microsoft.com/office/drawing/2014/main" id="{DB996F9F-D55F-FD42-A589-2783B304344D}"/>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mtClean="0">
                <a:solidFill>
                  <a:schemeClr val="tx1"/>
                </a:solidFill>
              </a:rPr>
              <a:pPr lvl="0"/>
              <a:t>‹#›</a:t>
            </a:fld>
            <a:endParaRPr lang="en-US">
              <a:solidFill>
                <a:schemeClr val="tx1"/>
              </a:solidFill>
            </a:endParaRPr>
          </a:p>
        </p:txBody>
      </p:sp>
    </p:spTree>
    <p:extLst>
      <p:ext uri="{BB962C8B-B14F-4D97-AF65-F5344CB8AC3E}">
        <p14:creationId xmlns:p14="http://schemas.microsoft.com/office/powerpoint/2010/main" val="1553212756"/>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V">
    <p:bg>
      <p:bgPr>
        <a:solidFill>
          <a:srgbClr val="ABDBD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0016751"/>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roject Approach – 5 Phas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D111A-AF8E-9E4F-95BB-2233C5B80585}"/>
              </a:ext>
            </a:extLst>
          </p:cNvPr>
          <p:cNvSpPr>
            <a:spLocks noGrp="1"/>
          </p:cNvSpPr>
          <p:nvPr>
            <p:ph type="title" hasCustomPrompt="1"/>
          </p:nvPr>
        </p:nvSpPr>
        <p:spPr/>
        <p:txBody>
          <a:bodyPr/>
          <a:lstStyle/>
          <a:p>
            <a:r>
              <a:rPr lang="en-US"/>
              <a:t>Project Approach – 5 Phases</a:t>
            </a:r>
          </a:p>
        </p:txBody>
      </p:sp>
      <p:sp>
        <p:nvSpPr>
          <p:cNvPr id="5" name="Text Placeholder 10">
            <a:extLst>
              <a:ext uri="{FF2B5EF4-FFF2-40B4-BE49-F238E27FC236}">
                <a16:creationId xmlns:a16="http://schemas.microsoft.com/office/drawing/2014/main" id="{44A3D2F7-12A7-D345-89E9-C2804ED949E6}"/>
              </a:ext>
            </a:extLst>
          </p:cNvPr>
          <p:cNvSpPr>
            <a:spLocks noGrp="1"/>
          </p:cNvSpPr>
          <p:nvPr>
            <p:ph type="body" sz="quarter" idx="15" hasCustomPrompt="1"/>
          </p:nvPr>
        </p:nvSpPr>
        <p:spPr>
          <a:xfrm>
            <a:off x="457200" y="231494"/>
            <a:ext cx="3611880" cy="225706"/>
          </a:xfrm>
        </p:spPr>
        <p:txBody>
          <a:bodyPr/>
          <a:lstStyle>
            <a:lvl1pPr>
              <a:defRPr sz="1000" b="1" cap="all" baseline="0">
                <a:solidFill>
                  <a:schemeClr val="tx2"/>
                </a:solidFill>
                <a:latin typeface="+mn-lt"/>
              </a:defRPr>
            </a:lvl1pPr>
          </a:lstStyle>
          <a:p>
            <a:pPr lvl="0"/>
            <a:r>
              <a:rPr lang="en-US"/>
              <a:t>Click to add section title</a:t>
            </a:r>
          </a:p>
        </p:txBody>
      </p:sp>
      <p:sp>
        <p:nvSpPr>
          <p:cNvPr id="6" name="Text Placeholder 8">
            <a:extLst>
              <a:ext uri="{FF2B5EF4-FFF2-40B4-BE49-F238E27FC236}">
                <a16:creationId xmlns:a16="http://schemas.microsoft.com/office/drawing/2014/main" id="{C996434D-95C5-3A4A-822B-F2AAFD93E9AD}"/>
              </a:ext>
            </a:extLst>
          </p:cNvPr>
          <p:cNvSpPr>
            <a:spLocks noGrp="1"/>
          </p:cNvSpPr>
          <p:nvPr>
            <p:ph type="body" sz="quarter" idx="16"/>
          </p:nvPr>
        </p:nvSpPr>
        <p:spPr>
          <a:xfrm>
            <a:off x="457200" y="912147"/>
            <a:ext cx="11274552" cy="276999"/>
          </a:xfrm>
          <a:prstGeom prst="rect">
            <a:avLst/>
          </a:prstGeom>
        </p:spPr>
        <p:txBody>
          <a:bodyPr wrap="square" lIns="0" tIns="0" rIns="0" bIns="0" anchor="t" anchorCtr="0">
            <a:spAutoFit/>
          </a:bodyPr>
          <a:lstStyle>
            <a:lvl1pPr marL="0" indent="0">
              <a:lnSpc>
                <a:spcPct val="100000"/>
              </a:lnSpc>
              <a:spcBef>
                <a:spcPts val="0"/>
              </a:spcBef>
              <a:buNone/>
              <a:defRPr sz="1800" b="0" i="0">
                <a:solidFill>
                  <a:schemeClr val="accent2"/>
                </a:solidFill>
              </a:defRPr>
            </a:lvl1pPr>
          </a:lstStyle>
          <a:p>
            <a:pPr lvl="0"/>
            <a:r>
              <a:rPr lang="en-US"/>
              <a:t>Edit Master text styles</a:t>
            </a:r>
          </a:p>
        </p:txBody>
      </p:sp>
      <p:pic>
        <p:nvPicPr>
          <p:cNvPr id="7" name="Graphic 6">
            <a:extLst>
              <a:ext uri="{FF2B5EF4-FFF2-40B4-BE49-F238E27FC236}">
                <a16:creationId xmlns:a16="http://schemas.microsoft.com/office/drawing/2014/main" id="{48327781-DE23-6541-B6B8-9BF68AA55D2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0" y="2022447"/>
            <a:ext cx="827601" cy="765219"/>
          </a:xfrm>
          <a:prstGeom prst="rect">
            <a:avLst/>
          </a:prstGeom>
        </p:spPr>
      </p:pic>
      <p:pic>
        <p:nvPicPr>
          <p:cNvPr id="8" name="Graphic 7">
            <a:extLst>
              <a:ext uri="{FF2B5EF4-FFF2-40B4-BE49-F238E27FC236}">
                <a16:creationId xmlns:a16="http://schemas.microsoft.com/office/drawing/2014/main" id="{FB503DEC-3D44-E54B-B871-07557CF14CFA}"/>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66060" y="2058408"/>
            <a:ext cx="751597" cy="694944"/>
          </a:xfrm>
          <a:prstGeom prst="rect">
            <a:avLst/>
          </a:prstGeom>
        </p:spPr>
      </p:pic>
      <p:pic>
        <p:nvPicPr>
          <p:cNvPr id="9" name="Graphic 8">
            <a:extLst>
              <a:ext uri="{FF2B5EF4-FFF2-40B4-BE49-F238E27FC236}">
                <a16:creationId xmlns:a16="http://schemas.microsoft.com/office/drawing/2014/main" id="{60B66494-D5B7-8E42-BBE7-3D572363BF3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74920" y="2058408"/>
            <a:ext cx="745490" cy="689297"/>
          </a:xfrm>
          <a:prstGeom prst="rect">
            <a:avLst/>
          </a:prstGeom>
        </p:spPr>
      </p:pic>
      <p:pic>
        <p:nvPicPr>
          <p:cNvPr id="10" name="Graphic 9">
            <a:extLst>
              <a:ext uri="{FF2B5EF4-FFF2-40B4-BE49-F238E27FC236}">
                <a16:creationId xmlns:a16="http://schemas.microsoft.com/office/drawing/2014/main" id="{066EE11C-096A-6A41-B3C9-F626EDB65AE4}"/>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383780" y="2058408"/>
            <a:ext cx="708863" cy="655431"/>
          </a:xfrm>
          <a:prstGeom prst="rect">
            <a:avLst/>
          </a:prstGeom>
        </p:spPr>
      </p:pic>
      <p:pic>
        <p:nvPicPr>
          <p:cNvPr id="11" name="Graphic 10">
            <a:extLst>
              <a:ext uri="{FF2B5EF4-FFF2-40B4-BE49-F238E27FC236}">
                <a16:creationId xmlns:a16="http://schemas.microsoft.com/office/drawing/2014/main" id="{629EEA0C-3899-7B4A-8FEC-BEA88021468D}"/>
              </a:ext>
            </a:extLst>
          </p:cNvPr>
          <p:cNvPicPr>
            <a:picLocks noChangeAspect="1"/>
          </p:cNvPicPr>
          <p:nvPr userDrawn="1"/>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692640" y="2090158"/>
            <a:ext cx="756270" cy="699265"/>
          </a:xfrm>
          <a:prstGeom prst="rect">
            <a:avLst/>
          </a:prstGeom>
        </p:spPr>
      </p:pic>
      <p:cxnSp>
        <p:nvCxnSpPr>
          <p:cNvPr id="12" name="Straight Connector 11">
            <a:extLst>
              <a:ext uri="{FF2B5EF4-FFF2-40B4-BE49-F238E27FC236}">
                <a16:creationId xmlns:a16="http://schemas.microsoft.com/office/drawing/2014/main" id="{CF5C6192-C8B0-8C41-A29B-1A465AC14A6D}"/>
              </a:ext>
            </a:extLst>
          </p:cNvPr>
          <p:cNvCxnSpPr>
            <a:cxnSpLocks/>
          </p:cNvCxnSpPr>
          <p:nvPr userDrawn="1"/>
        </p:nvCxnSpPr>
        <p:spPr>
          <a:xfrm>
            <a:off x="457200" y="2977978"/>
            <a:ext cx="66726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28C566F-9E20-7D42-980A-36B784E4DA39}"/>
              </a:ext>
            </a:extLst>
          </p:cNvPr>
          <p:cNvCxnSpPr>
            <a:cxnSpLocks/>
          </p:cNvCxnSpPr>
          <p:nvPr userDrawn="1"/>
        </p:nvCxnSpPr>
        <p:spPr>
          <a:xfrm>
            <a:off x="2766060" y="2977978"/>
            <a:ext cx="66726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AD43441-2EDD-0640-8625-3CF46A13CD31}"/>
              </a:ext>
            </a:extLst>
          </p:cNvPr>
          <p:cNvCxnSpPr>
            <a:cxnSpLocks/>
          </p:cNvCxnSpPr>
          <p:nvPr userDrawn="1"/>
        </p:nvCxnSpPr>
        <p:spPr>
          <a:xfrm>
            <a:off x="5074920" y="2977978"/>
            <a:ext cx="66726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3BCEC5A-64BB-A947-A1DA-BFC2B87C4EFC}"/>
              </a:ext>
            </a:extLst>
          </p:cNvPr>
          <p:cNvCxnSpPr>
            <a:cxnSpLocks/>
          </p:cNvCxnSpPr>
          <p:nvPr userDrawn="1"/>
        </p:nvCxnSpPr>
        <p:spPr>
          <a:xfrm>
            <a:off x="7383780" y="2977978"/>
            <a:ext cx="66726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53CE4EF-F9F4-1248-BCBA-48394100326B}"/>
              </a:ext>
            </a:extLst>
          </p:cNvPr>
          <p:cNvCxnSpPr>
            <a:cxnSpLocks/>
          </p:cNvCxnSpPr>
          <p:nvPr userDrawn="1"/>
        </p:nvCxnSpPr>
        <p:spPr>
          <a:xfrm>
            <a:off x="9692640" y="2977978"/>
            <a:ext cx="66726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Text Placeholder 2">
            <a:extLst>
              <a:ext uri="{FF2B5EF4-FFF2-40B4-BE49-F238E27FC236}">
                <a16:creationId xmlns:a16="http://schemas.microsoft.com/office/drawing/2014/main" id="{80F24ACA-C57A-6542-A9DC-906E12AE0631}"/>
              </a:ext>
            </a:extLst>
          </p:cNvPr>
          <p:cNvSpPr>
            <a:spLocks noGrp="1"/>
          </p:cNvSpPr>
          <p:nvPr>
            <p:ph type="body" sz="quarter" idx="17" hasCustomPrompt="1"/>
          </p:nvPr>
        </p:nvSpPr>
        <p:spPr>
          <a:xfrm>
            <a:off x="469774" y="4034935"/>
            <a:ext cx="1908302" cy="899477"/>
          </a:xfrm>
        </p:spPr>
        <p:txBody>
          <a:bodyPr wrap="square">
            <a:spAutoFit/>
          </a:bodyPr>
          <a:lstStyle>
            <a:lvl1pPr marL="171450" indent="-171450">
              <a:buFont typeface="Arial" panose="020B0604020202020204" pitchFamily="34" charset="0"/>
              <a:buChar char="•"/>
              <a:defRPr sz="100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marL="171450" indent="-171450">
              <a:buFont typeface="Arial" panose="020B0604020202020204" pitchFamily="34" charset="0"/>
              <a:buChar char="•"/>
            </a:pPr>
            <a:r>
              <a:rPr lang="en-US"/>
              <a:t>Description of Activity 1</a:t>
            </a:r>
          </a:p>
          <a:p>
            <a:pPr marL="171450" indent="-171450">
              <a:buFont typeface="Arial" panose="020B0604020202020204" pitchFamily="34" charset="0"/>
              <a:buChar char="•"/>
            </a:pPr>
            <a:r>
              <a:rPr lang="en-US"/>
              <a:t>Description of Activity 2</a:t>
            </a:r>
          </a:p>
          <a:p>
            <a:pPr marL="171450" indent="-171450">
              <a:buFont typeface="Arial" panose="020B0604020202020204" pitchFamily="34" charset="0"/>
              <a:buChar char="•"/>
            </a:pPr>
            <a:r>
              <a:rPr lang="en-US"/>
              <a:t>Description of Activity 3</a:t>
            </a:r>
          </a:p>
          <a:p>
            <a:pPr marL="171450" indent="-171450">
              <a:buFont typeface="Arial" panose="020B0604020202020204" pitchFamily="34" charset="0"/>
              <a:buChar char="•"/>
            </a:pPr>
            <a:r>
              <a:rPr lang="en-US"/>
              <a:t>Description of Activity 4</a:t>
            </a:r>
          </a:p>
        </p:txBody>
      </p:sp>
      <p:sp>
        <p:nvSpPr>
          <p:cNvPr id="19" name="Text Placeholder 2">
            <a:extLst>
              <a:ext uri="{FF2B5EF4-FFF2-40B4-BE49-F238E27FC236}">
                <a16:creationId xmlns:a16="http://schemas.microsoft.com/office/drawing/2014/main" id="{B80DC253-A653-EE48-9265-87DA583F1C6D}"/>
              </a:ext>
            </a:extLst>
          </p:cNvPr>
          <p:cNvSpPr txBox="1">
            <a:spLocks/>
          </p:cNvSpPr>
          <p:nvPr userDrawn="1"/>
        </p:nvSpPr>
        <p:spPr>
          <a:xfrm>
            <a:off x="457200" y="3215049"/>
            <a:ext cx="2039112" cy="215444"/>
          </a:xfrm>
          <a:prstGeom prst="rect">
            <a:avLst/>
          </a:prstGeom>
        </p:spPr>
        <p:txBody>
          <a:bodyPr vert="horz" wrap="square" lIns="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01 Alignment</a:t>
            </a:r>
          </a:p>
        </p:txBody>
      </p:sp>
      <p:sp>
        <p:nvSpPr>
          <p:cNvPr id="20" name="Text Placeholder 2">
            <a:extLst>
              <a:ext uri="{FF2B5EF4-FFF2-40B4-BE49-F238E27FC236}">
                <a16:creationId xmlns:a16="http://schemas.microsoft.com/office/drawing/2014/main" id="{0F9D9EA2-A39B-364C-91C2-10DAEA01A7AD}"/>
              </a:ext>
            </a:extLst>
          </p:cNvPr>
          <p:cNvSpPr txBox="1">
            <a:spLocks/>
          </p:cNvSpPr>
          <p:nvPr userDrawn="1"/>
        </p:nvSpPr>
        <p:spPr>
          <a:xfrm>
            <a:off x="2766060" y="3215049"/>
            <a:ext cx="2039112" cy="215444"/>
          </a:xfrm>
          <a:prstGeom prst="rect">
            <a:avLst/>
          </a:prstGeom>
        </p:spPr>
        <p:txBody>
          <a:bodyPr vert="horz" wrap="square" lIns="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02 Learning</a:t>
            </a:r>
          </a:p>
        </p:txBody>
      </p:sp>
      <p:sp>
        <p:nvSpPr>
          <p:cNvPr id="21" name="Text Placeholder 2">
            <a:extLst>
              <a:ext uri="{FF2B5EF4-FFF2-40B4-BE49-F238E27FC236}">
                <a16:creationId xmlns:a16="http://schemas.microsoft.com/office/drawing/2014/main" id="{8EC2D32C-9C04-8D47-B602-B406BAC6ED59}"/>
              </a:ext>
            </a:extLst>
          </p:cNvPr>
          <p:cNvSpPr txBox="1">
            <a:spLocks/>
          </p:cNvSpPr>
          <p:nvPr userDrawn="1"/>
        </p:nvSpPr>
        <p:spPr>
          <a:xfrm>
            <a:off x="5074920" y="3215049"/>
            <a:ext cx="2039112" cy="215444"/>
          </a:xfrm>
          <a:prstGeom prst="rect">
            <a:avLst/>
          </a:prstGeom>
        </p:spPr>
        <p:txBody>
          <a:bodyPr vert="horz" wrap="square" lIns="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03 Analysis</a:t>
            </a:r>
          </a:p>
        </p:txBody>
      </p:sp>
      <p:sp>
        <p:nvSpPr>
          <p:cNvPr id="22" name="Text Placeholder 2">
            <a:extLst>
              <a:ext uri="{FF2B5EF4-FFF2-40B4-BE49-F238E27FC236}">
                <a16:creationId xmlns:a16="http://schemas.microsoft.com/office/drawing/2014/main" id="{B4319C03-4421-CB4C-99FA-4B5C37C68881}"/>
              </a:ext>
            </a:extLst>
          </p:cNvPr>
          <p:cNvSpPr txBox="1">
            <a:spLocks/>
          </p:cNvSpPr>
          <p:nvPr userDrawn="1"/>
        </p:nvSpPr>
        <p:spPr>
          <a:xfrm>
            <a:off x="7383780" y="3215049"/>
            <a:ext cx="2039112" cy="215444"/>
          </a:xfrm>
          <a:prstGeom prst="rect">
            <a:avLst/>
          </a:prstGeom>
        </p:spPr>
        <p:txBody>
          <a:bodyPr vert="horz" wrap="square" lIns="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04 Ideation &amp; Envisioning</a:t>
            </a:r>
          </a:p>
        </p:txBody>
      </p:sp>
      <p:sp>
        <p:nvSpPr>
          <p:cNvPr id="23" name="Text Placeholder 2">
            <a:extLst>
              <a:ext uri="{FF2B5EF4-FFF2-40B4-BE49-F238E27FC236}">
                <a16:creationId xmlns:a16="http://schemas.microsoft.com/office/drawing/2014/main" id="{FE5FB6C8-5EDD-514A-B17D-196988E2B5D1}"/>
              </a:ext>
            </a:extLst>
          </p:cNvPr>
          <p:cNvSpPr txBox="1">
            <a:spLocks/>
          </p:cNvSpPr>
          <p:nvPr userDrawn="1"/>
        </p:nvSpPr>
        <p:spPr>
          <a:xfrm>
            <a:off x="9692640" y="3215049"/>
            <a:ext cx="2039112" cy="215444"/>
          </a:xfrm>
          <a:prstGeom prst="rect">
            <a:avLst/>
          </a:prstGeom>
        </p:spPr>
        <p:txBody>
          <a:bodyPr vert="horz" wrap="square" lIns="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05 Design &amp; Prototyping</a:t>
            </a:r>
          </a:p>
        </p:txBody>
      </p:sp>
      <p:sp>
        <p:nvSpPr>
          <p:cNvPr id="25" name="Text Placeholder 2">
            <a:extLst>
              <a:ext uri="{FF2B5EF4-FFF2-40B4-BE49-F238E27FC236}">
                <a16:creationId xmlns:a16="http://schemas.microsoft.com/office/drawing/2014/main" id="{7D33DAF6-818F-DF42-9048-4EB0744BE9A2}"/>
              </a:ext>
            </a:extLst>
          </p:cNvPr>
          <p:cNvSpPr>
            <a:spLocks noGrp="1"/>
          </p:cNvSpPr>
          <p:nvPr>
            <p:ph type="body" sz="quarter" idx="18" hasCustomPrompt="1"/>
          </p:nvPr>
        </p:nvSpPr>
        <p:spPr>
          <a:xfrm>
            <a:off x="2778633" y="4034935"/>
            <a:ext cx="1908302" cy="899477"/>
          </a:xfrm>
        </p:spPr>
        <p:txBody>
          <a:bodyPr wrap="square">
            <a:spAutoFit/>
          </a:bodyPr>
          <a:lstStyle>
            <a:lvl1pPr marL="171450" indent="-171450">
              <a:buFont typeface="Arial" panose="020B0604020202020204" pitchFamily="34" charset="0"/>
              <a:buChar char="•"/>
              <a:defRPr sz="100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marL="171450" indent="-171450">
              <a:buFont typeface="Arial" panose="020B0604020202020204" pitchFamily="34" charset="0"/>
              <a:buChar char="•"/>
            </a:pPr>
            <a:r>
              <a:rPr lang="en-US"/>
              <a:t>Description of Activity 1</a:t>
            </a:r>
          </a:p>
          <a:p>
            <a:pPr marL="171450" indent="-171450">
              <a:buFont typeface="Arial" panose="020B0604020202020204" pitchFamily="34" charset="0"/>
              <a:buChar char="•"/>
            </a:pPr>
            <a:r>
              <a:rPr lang="en-US"/>
              <a:t>Description of Activity 2</a:t>
            </a:r>
          </a:p>
          <a:p>
            <a:pPr marL="171450" indent="-171450">
              <a:buFont typeface="Arial" panose="020B0604020202020204" pitchFamily="34" charset="0"/>
              <a:buChar char="•"/>
            </a:pPr>
            <a:r>
              <a:rPr lang="en-US"/>
              <a:t>Description of Activity 3</a:t>
            </a:r>
          </a:p>
          <a:p>
            <a:pPr marL="171450" indent="-171450">
              <a:buFont typeface="Arial" panose="020B0604020202020204" pitchFamily="34" charset="0"/>
              <a:buChar char="•"/>
            </a:pPr>
            <a:r>
              <a:rPr lang="en-US"/>
              <a:t>Description of Activity 4</a:t>
            </a:r>
          </a:p>
        </p:txBody>
      </p:sp>
      <p:sp>
        <p:nvSpPr>
          <p:cNvPr id="27" name="Text Placeholder 2">
            <a:extLst>
              <a:ext uri="{FF2B5EF4-FFF2-40B4-BE49-F238E27FC236}">
                <a16:creationId xmlns:a16="http://schemas.microsoft.com/office/drawing/2014/main" id="{6AD0E83C-AF84-5244-8A46-36376C1C05EE}"/>
              </a:ext>
            </a:extLst>
          </p:cNvPr>
          <p:cNvSpPr>
            <a:spLocks noGrp="1"/>
          </p:cNvSpPr>
          <p:nvPr>
            <p:ph type="body" sz="quarter" idx="19" hasCustomPrompt="1"/>
          </p:nvPr>
        </p:nvSpPr>
        <p:spPr>
          <a:xfrm>
            <a:off x="5087492" y="4034935"/>
            <a:ext cx="1908302" cy="899477"/>
          </a:xfrm>
        </p:spPr>
        <p:txBody>
          <a:bodyPr wrap="square">
            <a:spAutoFit/>
          </a:bodyPr>
          <a:lstStyle>
            <a:lvl1pPr marL="171450" indent="-171450">
              <a:buFont typeface="Arial" panose="020B0604020202020204" pitchFamily="34" charset="0"/>
              <a:buChar char="•"/>
              <a:defRPr sz="100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marL="171450" indent="-171450">
              <a:buFont typeface="Arial" panose="020B0604020202020204" pitchFamily="34" charset="0"/>
              <a:buChar char="•"/>
            </a:pPr>
            <a:r>
              <a:rPr lang="en-US"/>
              <a:t>Description of Activity 1</a:t>
            </a:r>
          </a:p>
          <a:p>
            <a:pPr marL="171450" indent="-171450">
              <a:buFont typeface="Arial" panose="020B0604020202020204" pitchFamily="34" charset="0"/>
              <a:buChar char="•"/>
            </a:pPr>
            <a:r>
              <a:rPr lang="en-US"/>
              <a:t>Description of Activity 2</a:t>
            </a:r>
          </a:p>
          <a:p>
            <a:pPr marL="171450" indent="-171450">
              <a:buFont typeface="Arial" panose="020B0604020202020204" pitchFamily="34" charset="0"/>
              <a:buChar char="•"/>
            </a:pPr>
            <a:r>
              <a:rPr lang="en-US"/>
              <a:t>Description of Activity 3</a:t>
            </a:r>
          </a:p>
          <a:p>
            <a:pPr marL="171450" indent="-171450">
              <a:buFont typeface="Arial" panose="020B0604020202020204" pitchFamily="34" charset="0"/>
              <a:buChar char="•"/>
            </a:pPr>
            <a:r>
              <a:rPr lang="en-US"/>
              <a:t>Description of Activity 4</a:t>
            </a:r>
          </a:p>
        </p:txBody>
      </p:sp>
      <p:sp>
        <p:nvSpPr>
          <p:cNvPr id="29" name="Text Placeholder 2">
            <a:extLst>
              <a:ext uri="{FF2B5EF4-FFF2-40B4-BE49-F238E27FC236}">
                <a16:creationId xmlns:a16="http://schemas.microsoft.com/office/drawing/2014/main" id="{5CB75760-1CF3-0242-BAA2-E19452F9020A}"/>
              </a:ext>
            </a:extLst>
          </p:cNvPr>
          <p:cNvSpPr>
            <a:spLocks noGrp="1"/>
          </p:cNvSpPr>
          <p:nvPr>
            <p:ph type="body" sz="quarter" idx="20" hasCustomPrompt="1"/>
          </p:nvPr>
        </p:nvSpPr>
        <p:spPr>
          <a:xfrm>
            <a:off x="7396351" y="4034935"/>
            <a:ext cx="1908302" cy="899477"/>
          </a:xfrm>
        </p:spPr>
        <p:txBody>
          <a:bodyPr wrap="square">
            <a:spAutoFit/>
          </a:bodyPr>
          <a:lstStyle>
            <a:lvl1pPr marL="171450" indent="-171450">
              <a:buFont typeface="Arial" panose="020B0604020202020204" pitchFamily="34" charset="0"/>
              <a:buChar char="•"/>
              <a:defRPr sz="100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marL="171450" indent="-171450">
              <a:buFont typeface="Arial" panose="020B0604020202020204" pitchFamily="34" charset="0"/>
              <a:buChar char="•"/>
            </a:pPr>
            <a:r>
              <a:rPr lang="en-US"/>
              <a:t>Description of Activity 1</a:t>
            </a:r>
          </a:p>
          <a:p>
            <a:pPr marL="171450" indent="-171450">
              <a:buFont typeface="Arial" panose="020B0604020202020204" pitchFamily="34" charset="0"/>
              <a:buChar char="•"/>
            </a:pPr>
            <a:r>
              <a:rPr lang="en-US"/>
              <a:t>Description of Activity 2</a:t>
            </a:r>
          </a:p>
          <a:p>
            <a:pPr marL="171450" indent="-171450">
              <a:buFont typeface="Arial" panose="020B0604020202020204" pitchFamily="34" charset="0"/>
              <a:buChar char="•"/>
            </a:pPr>
            <a:r>
              <a:rPr lang="en-US"/>
              <a:t>Description of Activity 3</a:t>
            </a:r>
          </a:p>
          <a:p>
            <a:pPr marL="171450" indent="-171450">
              <a:buFont typeface="Arial" panose="020B0604020202020204" pitchFamily="34" charset="0"/>
              <a:buChar char="•"/>
            </a:pPr>
            <a:r>
              <a:rPr lang="en-US"/>
              <a:t>Description of Activity 4</a:t>
            </a:r>
          </a:p>
        </p:txBody>
      </p:sp>
      <p:sp>
        <p:nvSpPr>
          <p:cNvPr id="31" name="Text Placeholder 2">
            <a:extLst>
              <a:ext uri="{FF2B5EF4-FFF2-40B4-BE49-F238E27FC236}">
                <a16:creationId xmlns:a16="http://schemas.microsoft.com/office/drawing/2014/main" id="{3A311D8D-8DC1-3B4A-93E4-C6FF7171B027}"/>
              </a:ext>
            </a:extLst>
          </p:cNvPr>
          <p:cNvSpPr>
            <a:spLocks noGrp="1"/>
          </p:cNvSpPr>
          <p:nvPr>
            <p:ph type="body" sz="quarter" idx="21" hasCustomPrompt="1"/>
          </p:nvPr>
        </p:nvSpPr>
        <p:spPr>
          <a:xfrm>
            <a:off x="9705210" y="4034935"/>
            <a:ext cx="1908302" cy="899477"/>
          </a:xfrm>
        </p:spPr>
        <p:txBody>
          <a:bodyPr wrap="square">
            <a:spAutoFit/>
          </a:bodyPr>
          <a:lstStyle>
            <a:lvl1pPr marL="171450" indent="-171450">
              <a:buFont typeface="Arial" panose="020B0604020202020204" pitchFamily="34" charset="0"/>
              <a:buChar char="•"/>
              <a:defRPr sz="100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marL="171450" indent="-171450">
              <a:buFont typeface="Arial" panose="020B0604020202020204" pitchFamily="34" charset="0"/>
              <a:buChar char="•"/>
            </a:pPr>
            <a:r>
              <a:rPr lang="en-US"/>
              <a:t>Description of Activity 1</a:t>
            </a:r>
          </a:p>
          <a:p>
            <a:pPr marL="171450" indent="-171450">
              <a:buFont typeface="Arial" panose="020B0604020202020204" pitchFamily="34" charset="0"/>
              <a:buChar char="•"/>
            </a:pPr>
            <a:r>
              <a:rPr lang="en-US"/>
              <a:t>Description of Activity 2</a:t>
            </a:r>
          </a:p>
          <a:p>
            <a:pPr marL="171450" indent="-171450">
              <a:buFont typeface="Arial" panose="020B0604020202020204" pitchFamily="34" charset="0"/>
              <a:buChar char="•"/>
            </a:pPr>
            <a:r>
              <a:rPr lang="en-US"/>
              <a:t>Description of Activity 3</a:t>
            </a:r>
          </a:p>
          <a:p>
            <a:pPr marL="171450" indent="-171450">
              <a:buFont typeface="Arial" panose="020B0604020202020204" pitchFamily="34" charset="0"/>
              <a:buChar char="•"/>
            </a:pPr>
            <a:r>
              <a:rPr lang="en-US"/>
              <a:t>Description of Activity 4</a:t>
            </a:r>
          </a:p>
        </p:txBody>
      </p:sp>
      <p:sp>
        <p:nvSpPr>
          <p:cNvPr id="33" name="Text Placeholder 32">
            <a:extLst>
              <a:ext uri="{FF2B5EF4-FFF2-40B4-BE49-F238E27FC236}">
                <a16:creationId xmlns:a16="http://schemas.microsoft.com/office/drawing/2014/main" id="{52E0F47A-7910-834B-B8C0-19ABB23E3FA7}"/>
              </a:ext>
            </a:extLst>
          </p:cNvPr>
          <p:cNvSpPr>
            <a:spLocks noGrp="1"/>
          </p:cNvSpPr>
          <p:nvPr>
            <p:ph type="body" sz="quarter" idx="22"/>
          </p:nvPr>
        </p:nvSpPr>
        <p:spPr>
          <a:xfrm>
            <a:off x="457200" y="3657600"/>
            <a:ext cx="1920875" cy="228600"/>
          </a:xfrm>
        </p:spPr>
        <p:txBody>
          <a:bodyPr/>
          <a:lstStyle/>
          <a:p>
            <a:pPr lvl="0"/>
            <a:r>
              <a:rPr lang="en-US"/>
              <a:t>Click to edit Master text styles</a:t>
            </a:r>
          </a:p>
        </p:txBody>
      </p:sp>
      <p:sp>
        <p:nvSpPr>
          <p:cNvPr id="34" name="Text Placeholder 32">
            <a:extLst>
              <a:ext uri="{FF2B5EF4-FFF2-40B4-BE49-F238E27FC236}">
                <a16:creationId xmlns:a16="http://schemas.microsoft.com/office/drawing/2014/main" id="{A328BB22-AC71-0043-A171-7A417ED8775D}"/>
              </a:ext>
            </a:extLst>
          </p:cNvPr>
          <p:cNvSpPr>
            <a:spLocks noGrp="1"/>
          </p:cNvSpPr>
          <p:nvPr>
            <p:ph type="body" sz="quarter" idx="23"/>
          </p:nvPr>
        </p:nvSpPr>
        <p:spPr>
          <a:xfrm>
            <a:off x="2766060" y="3657600"/>
            <a:ext cx="1920875" cy="228600"/>
          </a:xfrm>
        </p:spPr>
        <p:txBody>
          <a:bodyPr/>
          <a:lstStyle/>
          <a:p>
            <a:pPr lvl="0"/>
            <a:r>
              <a:rPr lang="en-US"/>
              <a:t>Click to edit Master text styles</a:t>
            </a:r>
          </a:p>
        </p:txBody>
      </p:sp>
      <p:sp>
        <p:nvSpPr>
          <p:cNvPr id="35" name="Text Placeholder 32">
            <a:extLst>
              <a:ext uri="{FF2B5EF4-FFF2-40B4-BE49-F238E27FC236}">
                <a16:creationId xmlns:a16="http://schemas.microsoft.com/office/drawing/2014/main" id="{868139CE-C9BB-6B4D-97C1-C45B7754D974}"/>
              </a:ext>
            </a:extLst>
          </p:cNvPr>
          <p:cNvSpPr>
            <a:spLocks noGrp="1"/>
          </p:cNvSpPr>
          <p:nvPr>
            <p:ph type="body" sz="quarter" idx="24"/>
          </p:nvPr>
        </p:nvSpPr>
        <p:spPr>
          <a:xfrm>
            <a:off x="5074919" y="3657600"/>
            <a:ext cx="1920875" cy="228600"/>
          </a:xfrm>
        </p:spPr>
        <p:txBody>
          <a:bodyPr/>
          <a:lstStyle/>
          <a:p>
            <a:pPr lvl="0"/>
            <a:r>
              <a:rPr lang="en-US"/>
              <a:t>Click to edit Master text styles</a:t>
            </a:r>
          </a:p>
        </p:txBody>
      </p:sp>
      <p:sp>
        <p:nvSpPr>
          <p:cNvPr id="36" name="Text Placeholder 32">
            <a:extLst>
              <a:ext uri="{FF2B5EF4-FFF2-40B4-BE49-F238E27FC236}">
                <a16:creationId xmlns:a16="http://schemas.microsoft.com/office/drawing/2014/main" id="{13C1508E-2CCE-E741-8D12-DEC07FFC8537}"/>
              </a:ext>
            </a:extLst>
          </p:cNvPr>
          <p:cNvSpPr>
            <a:spLocks noGrp="1"/>
          </p:cNvSpPr>
          <p:nvPr>
            <p:ph type="body" sz="quarter" idx="25"/>
          </p:nvPr>
        </p:nvSpPr>
        <p:spPr>
          <a:xfrm>
            <a:off x="7396351" y="3657600"/>
            <a:ext cx="1920875" cy="228600"/>
          </a:xfrm>
        </p:spPr>
        <p:txBody>
          <a:bodyPr/>
          <a:lstStyle/>
          <a:p>
            <a:pPr lvl="0"/>
            <a:r>
              <a:rPr lang="en-US"/>
              <a:t>Click to edit Master text styles</a:t>
            </a:r>
          </a:p>
        </p:txBody>
      </p:sp>
      <p:sp>
        <p:nvSpPr>
          <p:cNvPr id="37" name="Text Placeholder 32">
            <a:extLst>
              <a:ext uri="{FF2B5EF4-FFF2-40B4-BE49-F238E27FC236}">
                <a16:creationId xmlns:a16="http://schemas.microsoft.com/office/drawing/2014/main" id="{2CEA34FE-C7A1-9644-A82A-311D9F546725}"/>
              </a:ext>
            </a:extLst>
          </p:cNvPr>
          <p:cNvSpPr>
            <a:spLocks noGrp="1"/>
          </p:cNvSpPr>
          <p:nvPr>
            <p:ph type="body" sz="quarter" idx="26"/>
          </p:nvPr>
        </p:nvSpPr>
        <p:spPr>
          <a:xfrm>
            <a:off x="9698923" y="3657600"/>
            <a:ext cx="1920875" cy="228600"/>
          </a:xfrm>
        </p:spPr>
        <p:txBody>
          <a:bodyPr/>
          <a:lstStyle/>
          <a:p>
            <a:pPr lvl="0"/>
            <a:r>
              <a:rPr lang="en-US"/>
              <a:t>Click to edit Master text styles</a:t>
            </a:r>
          </a:p>
        </p:txBody>
      </p:sp>
    </p:spTree>
    <p:extLst>
      <p:ext uri="{BB962C8B-B14F-4D97-AF65-F5344CB8AC3E}">
        <p14:creationId xmlns:p14="http://schemas.microsoft.com/office/powerpoint/2010/main" val="295324784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ject Approach – 6 Phas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D111A-AF8E-9E4F-95BB-2233C5B80585}"/>
              </a:ext>
            </a:extLst>
          </p:cNvPr>
          <p:cNvSpPr>
            <a:spLocks noGrp="1"/>
          </p:cNvSpPr>
          <p:nvPr>
            <p:ph type="title" hasCustomPrompt="1"/>
          </p:nvPr>
        </p:nvSpPr>
        <p:spPr/>
        <p:txBody>
          <a:bodyPr/>
          <a:lstStyle/>
          <a:p>
            <a:r>
              <a:rPr lang="en-US"/>
              <a:t>Project Approach – 6 Phases</a:t>
            </a:r>
          </a:p>
        </p:txBody>
      </p:sp>
      <p:sp>
        <p:nvSpPr>
          <p:cNvPr id="5" name="Text Placeholder 10">
            <a:extLst>
              <a:ext uri="{FF2B5EF4-FFF2-40B4-BE49-F238E27FC236}">
                <a16:creationId xmlns:a16="http://schemas.microsoft.com/office/drawing/2014/main" id="{44A3D2F7-12A7-D345-89E9-C2804ED949E6}"/>
              </a:ext>
            </a:extLst>
          </p:cNvPr>
          <p:cNvSpPr>
            <a:spLocks noGrp="1"/>
          </p:cNvSpPr>
          <p:nvPr>
            <p:ph type="body" sz="quarter" idx="15" hasCustomPrompt="1"/>
          </p:nvPr>
        </p:nvSpPr>
        <p:spPr>
          <a:xfrm>
            <a:off x="457200" y="231494"/>
            <a:ext cx="3611880" cy="225706"/>
          </a:xfrm>
        </p:spPr>
        <p:txBody>
          <a:bodyPr/>
          <a:lstStyle>
            <a:lvl1pPr>
              <a:defRPr sz="1000" b="1" cap="all" baseline="0">
                <a:solidFill>
                  <a:schemeClr val="tx2"/>
                </a:solidFill>
                <a:latin typeface="+mn-lt"/>
              </a:defRPr>
            </a:lvl1pPr>
          </a:lstStyle>
          <a:p>
            <a:pPr lvl="0"/>
            <a:r>
              <a:rPr lang="en-US"/>
              <a:t>Click to add section title</a:t>
            </a:r>
          </a:p>
        </p:txBody>
      </p:sp>
      <p:sp>
        <p:nvSpPr>
          <p:cNvPr id="6" name="Text Placeholder 8">
            <a:extLst>
              <a:ext uri="{FF2B5EF4-FFF2-40B4-BE49-F238E27FC236}">
                <a16:creationId xmlns:a16="http://schemas.microsoft.com/office/drawing/2014/main" id="{C996434D-95C5-3A4A-822B-F2AAFD93E9AD}"/>
              </a:ext>
            </a:extLst>
          </p:cNvPr>
          <p:cNvSpPr>
            <a:spLocks noGrp="1"/>
          </p:cNvSpPr>
          <p:nvPr>
            <p:ph type="body" sz="quarter" idx="16"/>
          </p:nvPr>
        </p:nvSpPr>
        <p:spPr>
          <a:xfrm>
            <a:off x="457200" y="912147"/>
            <a:ext cx="11274552" cy="276999"/>
          </a:xfrm>
          <a:prstGeom prst="rect">
            <a:avLst/>
          </a:prstGeom>
        </p:spPr>
        <p:txBody>
          <a:bodyPr wrap="square" lIns="0" tIns="0" rIns="0" bIns="0" anchor="t" anchorCtr="0">
            <a:spAutoFit/>
          </a:bodyPr>
          <a:lstStyle>
            <a:lvl1pPr marL="0" indent="0">
              <a:lnSpc>
                <a:spcPct val="100000"/>
              </a:lnSpc>
              <a:spcBef>
                <a:spcPts val="0"/>
              </a:spcBef>
              <a:buNone/>
              <a:defRPr sz="1800" b="0" i="0">
                <a:solidFill>
                  <a:schemeClr val="accent2"/>
                </a:solidFill>
              </a:defRPr>
            </a:lvl1pPr>
          </a:lstStyle>
          <a:p>
            <a:pPr lvl="0"/>
            <a:r>
              <a:rPr lang="en-US"/>
              <a:t>Edit Master text styles</a:t>
            </a:r>
          </a:p>
        </p:txBody>
      </p:sp>
      <p:pic>
        <p:nvPicPr>
          <p:cNvPr id="7" name="Graphic 6">
            <a:extLst>
              <a:ext uri="{FF2B5EF4-FFF2-40B4-BE49-F238E27FC236}">
                <a16:creationId xmlns:a16="http://schemas.microsoft.com/office/drawing/2014/main" id="{48327781-DE23-6541-B6B8-9BF68AA55D2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0" y="2022447"/>
            <a:ext cx="827601" cy="765219"/>
          </a:xfrm>
          <a:prstGeom prst="rect">
            <a:avLst/>
          </a:prstGeom>
        </p:spPr>
      </p:pic>
      <p:pic>
        <p:nvPicPr>
          <p:cNvPr id="8" name="Graphic 7">
            <a:extLst>
              <a:ext uri="{FF2B5EF4-FFF2-40B4-BE49-F238E27FC236}">
                <a16:creationId xmlns:a16="http://schemas.microsoft.com/office/drawing/2014/main" id="{FB503DEC-3D44-E54B-B871-07557CF14CFA}"/>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23111" y="2058408"/>
            <a:ext cx="751597" cy="694944"/>
          </a:xfrm>
          <a:prstGeom prst="rect">
            <a:avLst/>
          </a:prstGeom>
        </p:spPr>
      </p:pic>
      <p:pic>
        <p:nvPicPr>
          <p:cNvPr id="9" name="Graphic 8">
            <a:extLst>
              <a:ext uri="{FF2B5EF4-FFF2-40B4-BE49-F238E27FC236}">
                <a16:creationId xmlns:a16="http://schemas.microsoft.com/office/drawing/2014/main" id="{60B66494-D5B7-8E42-BBE7-3D572363BF3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89022" y="2058408"/>
            <a:ext cx="745490" cy="689297"/>
          </a:xfrm>
          <a:prstGeom prst="rect">
            <a:avLst/>
          </a:prstGeom>
        </p:spPr>
      </p:pic>
      <p:pic>
        <p:nvPicPr>
          <p:cNvPr id="10" name="Graphic 9">
            <a:extLst>
              <a:ext uri="{FF2B5EF4-FFF2-40B4-BE49-F238E27FC236}">
                <a16:creationId xmlns:a16="http://schemas.microsoft.com/office/drawing/2014/main" id="{066EE11C-096A-6A41-B3C9-F626EDB65AE4}"/>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54933" y="2058408"/>
            <a:ext cx="708863" cy="655431"/>
          </a:xfrm>
          <a:prstGeom prst="rect">
            <a:avLst/>
          </a:prstGeom>
        </p:spPr>
      </p:pic>
      <p:pic>
        <p:nvPicPr>
          <p:cNvPr id="11" name="Graphic 10">
            <a:extLst>
              <a:ext uri="{FF2B5EF4-FFF2-40B4-BE49-F238E27FC236}">
                <a16:creationId xmlns:a16="http://schemas.microsoft.com/office/drawing/2014/main" id="{629EEA0C-3899-7B4A-8FEC-BEA88021468D}"/>
              </a:ext>
            </a:extLst>
          </p:cNvPr>
          <p:cNvPicPr>
            <a:picLocks noChangeAspect="1"/>
          </p:cNvPicPr>
          <p:nvPr userDrawn="1"/>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320844" y="2090158"/>
            <a:ext cx="756270" cy="699265"/>
          </a:xfrm>
          <a:prstGeom prst="rect">
            <a:avLst/>
          </a:prstGeom>
        </p:spPr>
      </p:pic>
      <p:cxnSp>
        <p:nvCxnSpPr>
          <p:cNvPr id="12" name="Straight Connector 11">
            <a:extLst>
              <a:ext uri="{FF2B5EF4-FFF2-40B4-BE49-F238E27FC236}">
                <a16:creationId xmlns:a16="http://schemas.microsoft.com/office/drawing/2014/main" id="{CF5C6192-C8B0-8C41-A29B-1A465AC14A6D}"/>
              </a:ext>
            </a:extLst>
          </p:cNvPr>
          <p:cNvCxnSpPr>
            <a:cxnSpLocks/>
          </p:cNvCxnSpPr>
          <p:nvPr userDrawn="1"/>
        </p:nvCxnSpPr>
        <p:spPr>
          <a:xfrm>
            <a:off x="457200" y="2977978"/>
            <a:ext cx="66726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28C566F-9E20-7D42-980A-36B784E4DA39}"/>
              </a:ext>
            </a:extLst>
          </p:cNvPr>
          <p:cNvCxnSpPr>
            <a:cxnSpLocks/>
          </p:cNvCxnSpPr>
          <p:nvPr userDrawn="1"/>
        </p:nvCxnSpPr>
        <p:spPr>
          <a:xfrm>
            <a:off x="2423111" y="2977978"/>
            <a:ext cx="66726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AD43441-2EDD-0640-8625-3CF46A13CD31}"/>
              </a:ext>
            </a:extLst>
          </p:cNvPr>
          <p:cNvCxnSpPr>
            <a:cxnSpLocks/>
          </p:cNvCxnSpPr>
          <p:nvPr userDrawn="1"/>
        </p:nvCxnSpPr>
        <p:spPr>
          <a:xfrm>
            <a:off x="4389022" y="2977978"/>
            <a:ext cx="66726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3BCEC5A-64BB-A947-A1DA-BFC2B87C4EFC}"/>
              </a:ext>
            </a:extLst>
          </p:cNvPr>
          <p:cNvCxnSpPr>
            <a:cxnSpLocks/>
          </p:cNvCxnSpPr>
          <p:nvPr userDrawn="1"/>
        </p:nvCxnSpPr>
        <p:spPr>
          <a:xfrm>
            <a:off x="6354933" y="2977978"/>
            <a:ext cx="66726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53CE4EF-F9F4-1248-BCBA-48394100326B}"/>
              </a:ext>
            </a:extLst>
          </p:cNvPr>
          <p:cNvCxnSpPr>
            <a:cxnSpLocks/>
          </p:cNvCxnSpPr>
          <p:nvPr userDrawn="1"/>
        </p:nvCxnSpPr>
        <p:spPr>
          <a:xfrm>
            <a:off x="8320844" y="2977978"/>
            <a:ext cx="66726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Text Placeholder 2">
            <a:extLst>
              <a:ext uri="{FF2B5EF4-FFF2-40B4-BE49-F238E27FC236}">
                <a16:creationId xmlns:a16="http://schemas.microsoft.com/office/drawing/2014/main" id="{80F24ACA-C57A-6542-A9DC-906E12AE0631}"/>
              </a:ext>
            </a:extLst>
          </p:cNvPr>
          <p:cNvSpPr>
            <a:spLocks noGrp="1"/>
          </p:cNvSpPr>
          <p:nvPr>
            <p:ph type="body" sz="quarter" idx="17" hasCustomPrompt="1"/>
          </p:nvPr>
        </p:nvSpPr>
        <p:spPr>
          <a:xfrm>
            <a:off x="469774" y="4132471"/>
            <a:ext cx="1463040" cy="899477"/>
          </a:xfrm>
        </p:spPr>
        <p:txBody>
          <a:bodyPr wrap="square">
            <a:spAutoFit/>
          </a:bodyPr>
          <a:lstStyle>
            <a:lvl1pPr marL="171450" indent="-171450">
              <a:buFont typeface="Arial" panose="020B0604020202020204" pitchFamily="34" charset="0"/>
              <a:buChar char="•"/>
              <a:defRPr sz="100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marL="171450" indent="-171450">
              <a:buFont typeface="Arial" panose="020B0604020202020204" pitchFamily="34" charset="0"/>
              <a:buChar char="•"/>
            </a:pPr>
            <a:r>
              <a:rPr lang="en-US"/>
              <a:t>Description of Activity 1</a:t>
            </a:r>
          </a:p>
          <a:p>
            <a:pPr marL="171450" indent="-171450">
              <a:buFont typeface="Arial" panose="020B0604020202020204" pitchFamily="34" charset="0"/>
              <a:buChar char="•"/>
            </a:pPr>
            <a:r>
              <a:rPr lang="en-US"/>
              <a:t>Description of Activity 2</a:t>
            </a:r>
          </a:p>
          <a:p>
            <a:pPr marL="171450" indent="-171450">
              <a:buFont typeface="Arial" panose="020B0604020202020204" pitchFamily="34" charset="0"/>
              <a:buChar char="•"/>
            </a:pPr>
            <a:r>
              <a:rPr lang="en-US"/>
              <a:t>Description of Activity 3</a:t>
            </a:r>
          </a:p>
          <a:p>
            <a:pPr marL="171450" indent="-171450">
              <a:buFont typeface="Arial" panose="020B0604020202020204" pitchFamily="34" charset="0"/>
              <a:buChar char="•"/>
            </a:pPr>
            <a:r>
              <a:rPr lang="en-US"/>
              <a:t>Description of Activity 4</a:t>
            </a:r>
          </a:p>
        </p:txBody>
      </p:sp>
      <p:sp>
        <p:nvSpPr>
          <p:cNvPr id="19" name="Text Placeholder 2">
            <a:extLst>
              <a:ext uri="{FF2B5EF4-FFF2-40B4-BE49-F238E27FC236}">
                <a16:creationId xmlns:a16="http://schemas.microsoft.com/office/drawing/2014/main" id="{B80DC253-A653-EE48-9265-87DA583F1C6D}"/>
              </a:ext>
            </a:extLst>
          </p:cNvPr>
          <p:cNvSpPr txBox="1">
            <a:spLocks/>
          </p:cNvSpPr>
          <p:nvPr userDrawn="1"/>
        </p:nvSpPr>
        <p:spPr>
          <a:xfrm>
            <a:off x="457200" y="3215049"/>
            <a:ext cx="1463040" cy="215444"/>
          </a:xfrm>
          <a:prstGeom prst="rect">
            <a:avLst/>
          </a:prstGeom>
        </p:spPr>
        <p:txBody>
          <a:bodyPr vert="horz" wrap="square" lIns="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01 Alignment</a:t>
            </a:r>
          </a:p>
        </p:txBody>
      </p:sp>
      <p:sp>
        <p:nvSpPr>
          <p:cNvPr id="20" name="Text Placeholder 2">
            <a:extLst>
              <a:ext uri="{FF2B5EF4-FFF2-40B4-BE49-F238E27FC236}">
                <a16:creationId xmlns:a16="http://schemas.microsoft.com/office/drawing/2014/main" id="{0F9D9EA2-A39B-364C-91C2-10DAEA01A7AD}"/>
              </a:ext>
            </a:extLst>
          </p:cNvPr>
          <p:cNvSpPr txBox="1">
            <a:spLocks/>
          </p:cNvSpPr>
          <p:nvPr userDrawn="1"/>
        </p:nvSpPr>
        <p:spPr>
          <a:xfrm>
            <a:off x="2423111" y="3215049"/>
            <a:ext cx="1463040" cy="215444"/>
          </a:xfrm>
          <a:prstGeom prst="rect">
            <a:avLst/>
          </a:prstGeom>
        </p:spPr>
        <p:txBody>
          <a:bodyPr vert="horz" wrap="square" lIns="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02 Learning</a:t>
            </a:r>
          </a:p>
        </p:txBody>
      </p:sp>
      <p:sp>
        <p:nvSpPr>
          <p:cNvPr id="21" name="Text Placeholder 2">
            <a:extLst>
              <a:ext uri="{FF2B5EF4-FFF2-40B4-BE49-F238E27FC236}">
                <a16:creationId xmlns:a16="http://schemas.microsoft.com/office/drawing/2014/main" id="{8EC2D32C-9C04-8D47-B602-B406BAC6ED59}"/>
              </a:ext>
            </a:extLst>
          </p:cNvPr>
          <p:cNvSpPr txBox="1">
            <a:spLocks/>
          </p:cNvSpPr>
          <p:nvPr userDrawn="1"/>
        </p:nvSpPr>
        <p:spPr>
          <a:xfrm>
            <a:off x="4389022" y="3215049"/>
            <a:ext cx="1463040" cy="215444"/>
          </a:xfrm>
          <a:prstGeom prst="rect">
            <a:avLst/>
          </a:prstGeom>
        </p:spPr>
        <p:txBody>
          <a:bodyPr vert="horz" wrap="square" lIns="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03 Analysis</a:t>
            </a:r>
          </a:p>
        </p:txBody>
      </p:sp>
      <p:sp>
        <p:nvSpPr>
          <p:cNvPr id="22" name="Text Placeholder 2">
            <a:extLst>
              <a:ext uri="{FF2B5EF4-FFF2-40B4-BE49-F238E27FC236}">
                <a16:creationId xmlns:a16="http://schemas.microsoft.com/office/drawing/2014/main" id="{B4319C03-4421-CB4C-99FA-4B5C37C68881}"/>
              </a:ext>
            </a:extLst>
          </p:cNvPr>
          <p:cNvSpPr txBox="1">
            <a:spLocks/>
          </p:cNvSpPr>
          <p:nvPr userDrawn="1"/>
        </p:nvSpPr>
        <p:spPr>
          <a:xfrm>
            <a:off x="6354933" y="3215049"/>
            <a:ext cx="1463040" cy="430887"/>
          </a:xfrm>
          <a:prstGeom prst="rect">
            <a:avLst/>
          </a:prstGeom>
        </p:spPr>
        <p:txBody>
          <a:bodyPr vert="horz" wrap="square" lIns="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04 Ideation &amp; Envisioning</a:t>
            </a:r>
          </a:p>
        </p:txBody>
      </p:sp>
      <p:sp>
        <p:nvSpPr>
          <p:cNvPr id="23" name="Text Placeholder 2">
            <a:extLst>
              <a:ext uri="{FF2B5EF4-FFF2-40B4-BE49-F238E27FC236}">
                <a16:creationId xmlns:a16="http://schemas.microsoft.com/office/drawing/2014/main" id="{FE5FB6C8-5EDD-514A-B17D-196988E2B5D1}"/>
              </a:ext>
            </a:extLst>
          </p:cNvPr>
          <p:cNvSpPr txBox="1">
            <a:spLocks/>
          </p:cNvSpPr>
          <p:nvPr userDrawn="1"/>
        </p:nvSpPr>
        <p:spPr>
          <a:xfrm>
            <a:off x="8320844" y="3215049"/>
            <a:ext cx="1463040" cy="430887"/>
          </a:xfrm>
          <a:prstGeom prst="rect">
            <a:avLst/>
          </a:prstGeom>
        </p:spPr>
        <p:txBody>
          <a:bodyPr vert="horz" wrap="square" lIns="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05 Design &amp; Prototyping</a:t>
            </a:r>
          </a:p>
        </p:txBody>
      </p:sp>
      <p:sp>
        <p:nvSpPr>
          <p:cNvPr id="25" name="Text Placeholder 2">
            <a:extLst>
              <a:ext uri="{FF2B5EF4-FFF2-40B4-BE49-F238E27FC236}">
                <a16:creationId xmlns:a16="http://schemas.microsoft.com/office/drawing/2014/main" id="{7D33DAF6-818F-DF42-9048-4EB0744BE9A2}"/>
              </a:ext>
            </a:extLst>
          </p:cNvPr>
          <p:cNvSpPr>
            <a:spLocks noGrp="1"/>
          </p:cNvSpPr>
          <p:nvPr>
            <p:ph type="body" sz="quarter" idx="18" hasCustomPrompt="1"/>
          </p:nvPr>
        </p:nvSpPr>
        <p:spPr>
          <a:xfrm>
            <a:off x="2423111" y="4132471"/>
            <a:ext cx="1463040" cy="899477"/>
          </a:xfrm>
        </p:spPr>
        <p:txBody>
          <a:bodyPr wrap="square">
            <a:spAutoFit/>
          </a:bodyPr>
          <a:lstStyle>
            <a:lvl1pPr marL="171450" indent="-171450">
              <a:buFont typeface="Arial" panose="020B0604020202020204" pitchFamily="34" charset="0"/>
              <a:buChar char="•"/>
              <a:defRPr sz="100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marL="171450" indent="-171450">
              <a:buFont typeface="Arial" panose="020B0604020202020204" pitchFamily="34" charset="0"/>
              <a:buChar char="•"/>
            </a:pPr>
            <a:r>
              <a:rPr lang="en-US"/>
              <a:t>Description of Activity 1</a:t>
            </a:r>
          </a:p>
          <a:p>
            <a:pPr marL="171450" indent="-171450">
              <a:buFont typeface="Arial" panose="020B0604020202020204" pitchFamily="34" charset="0"/>
              <a:buChar char="•"/>
            </a:pPr>
            <a:r>
              <a:rPr lang="en-US"/>
              <a:t>Description of Activity 2</a:t>
            </a:r>
          </a:p>
          <a:p>
            <a:pPr marL="171450" indent="-171450">
              <a:buFont typeface="Arial" panose="020B0604020202020204" pitchFamily="34" charset="0"/>
              <a:buChar char="•"/>
            </a:pPr>
            <a:r>
              <a:rPr lang="en-US"/>
              <a:t>Description of Activity 3</a:t>
            </a:r>
          </a:p>
          <a:p>
            <a:pPr marL="171450" indent="-171450">
              <a:buFont typeface="Arial" panose="020B0604020202020204" pitchFamily="34" charset="0"/>
              <a:buChar char="•"/>
            </a:pPr>
            <a:r>
              <a:rPr lang="en-US"/>
              <a:t>Description of Activity 4</a:t>
            </a:r>
          </a:p>
        </p:txBody>
      </p:sp>
      <p:sp>
        <p:nvSpPr>
          <p:cNvPr id="27" name="Text Placeholder 2">
            <a:extLst>
              <a:ext uri="{FF2B5EF4-FFF2-40B4-BE49-F238E27FC236}">
                <a16:creationId xmlns:a16="http://schemas.microsoft.com/office/drawing/2014/main" id="{6AD0E83C-AF84-5244-8A46-36376C1C05EE}"/>
              </a:ext>
            </a:extLst>
          </p:cNvPr>
          <p:cNvSpPr>
            <a:spLocks noGrp="1"/>
          </p:cNvSpPr>
          <p:nvPr>
            <p:ph type="body" sz="quarter" idx="19" hasCustomPrompt="1"/>
          </p:nvPr>
        </p:nvSpPr>
        <p:spPr>
          <a:xfrm>
            <a:off x="4389022" y="4132471"/>
            <a:ext cx="1463040" cy="899477"/>
          </a:xfrm>
        </p:spPr>
        <p:txBody>
          <a:bodyPr wrap="square">
            <a:spAutoFit/>
          </a:bodyPr>
          <a:lstStyle>
            <a:lvl1pPr marL="171450" indent="-171450">
              <a:buFont typeface="Arial" panose="020B0604020202020204" pitchFamily="34" charset="0"/>
              <a:buChar char="•"/>
              <a:defRPr sz="100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marL="171450" indent="-171450">
              <a:buFont typeface="Arial" panose="020B0604020202020204" pitchFamily="34" charset="0"/>
              <a:buChar char="•"/>
            </a:pPr>
            <a:r>
              <a:rPr lang="en-US"/>
              <a:t>Description of Activity 1</a:t>
            </a:r>
          </a:p>
          <a:p>
            <a:pPr marL="171450" indent="-171450">
              <a:buFont typeface="Arial" panose="020B0604020202020204" pitchFamily="34" charset="0"/>
              <a:buChar char="•"/>
            </a:pPr>
            <a:r>
              <a:rPr lang="en-US"/>
              <a:t>Description of Activity 2</a:t>
            </a:r>
          </a:p>
          <a:p>
            <a:pPr marL="171450" indent="-171450">
              <a:buFont typeface="Arial" panose="020B0604020202020204" pitchFamily="34" charset="0"/>
              <a:buChar char="•"/>
            </a:pPr>
            <a:r>
              <a:rPr lang="en-US"/>
              <a:t>Description of Activity 3</a:t>
            </a:r>
          </a:p>
          <a:p>
            <a:pPr marL="171450" indent="-171450">
              <a:buFont typeface="Arial" panose="020B0604020202020204" pitchFamily="34" charset="0"/>
              <a:buChar char="•"/>
            </a:pPr>
            <a:r>
              <a:rPr lang="en-US"/>
              <a:t>Description of Activity 4</a:t>
            </a:r>
          </a:p>
        </p:txBody>
      </p:sp>
      <p:sp>
        <p:nvSpPr>
          <p:cNvPr id="29" name="Text Placeholder 2">
            <a:extLst>
              <a:ext uri="{FF2B5EF4-FFF2-40B4-BE49-F238E27FC236}">
                <a16:creationId xmlns:a16="http://schemas.microsoft.com/office/drawing/2014/main" id="{5CB75760-1CF3-0242-BAA2-E19452F9020A}"/>
              </a:ext>
            </a:extLst>
          </p:cNvPr>
          <p:cNvSpPr>
            <a:spLocks noGrp="1"/>
          </p:cNvSpPr>
          <p:nvPr>
            <p:ph type="body" sz="quarter" idx="20" hasCustomPrompt="1"/>
          </p:nvPr>
        </p:nvSpPr>
        <p:spPr>
          <a:xfrm>
            <a:off x="6354933" y="4132471"/>
            <a:ext cx="1463040" cy="899477"/>
          </a:xfrm>
        </p:spPr>
        <p:txBody>
          <a:bodyPr wrap="square">
            <a:spAutoFit/>
          </a:bodyPr>
          <a:lstStyle>
            <a:lvl1pPr marL="171450" indent="-171450">
              <a:buFont typeface="Arial" panose="020B0604020202020204" pitchFamily="34" charset="0"/>
              <a:buChar char="•"/>
              <a:defRPr sz="100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marL="171450" indent="-171450">
              <a:buFont typeface="Arial" panose="020B0604020202020204" pitchFamily="34" charset="0"/>
              <a:buChar char="•"/>
            </a:pPr>
            <a:r>
              <a:rPr lang="en-US"/>
              <a:t>Description of Activity 1</a:t>
            </a:r>
          </a:p>
          <a:p>
            <a:pPr marL="171450" indent="-171450">
              <a:buFont typeface="Arial" panose="020B0604020202020204" pitchFamily="34" charset="0"/>
              <a:buChar char="•"/>
            </a:pPr>
            <a:r>
              <a:rPr lang="en-US"/>
              <a:t>Description of Activity 2</a:t>
            </a:r>
          </a:p>
          <a:p>
            <a:pPr marL="171450" indent="-171450">
              <a:buFont typeface="Arial" panose="020B0604020202020204" pitchFamily="34" charset="0"/>
              <a:buChar char="•"/>
            </a:pPr>
            <a:r>
              <a:rPr lang="en-US"/>
              <a:t>Description of Activity 3</a:t>
            </a:r>
          </a:p>
          <a:p>
            <a:pPr marL="171450" indent="-171450">
              <a:buFont typeface="Arial" panose="020B0604020202020204" pitchFamily="34" charset="0"/>
              <a:buChar char="•"/>
            </a:pPr>
            <a:r>
              <a:rPr lang="en-US"/>
              <a:t>Description of Activity 4</a:t>
            </a:r>
          </a:p>
        </p:txBody>
      </p:sp>
      <p:sp>
        <p:nvSpPr>
          <p:cNvPr id="31" name="Text Placeholder 2">
            <a:extLst>
              <a:ext uri="{FF2B5EF4-FFF2-40B4-BE49-F238E27FC236}">
                <a16:creationId xmlns:a16="http://schemas.microsoft.com/office/drawing/2014/main" id="{3A311D8D-8DC1-3B4A-93E4-C6FF7171B027}"/>
              </a:ext>
            </a:extLst>
          </p:cNvPr>
          <p:cNvSpPr>
            <a:spLocks noGrp="1"/>
          </p:cNvSpPr>
          <p:nvPr>
            <p:ph type="body" sz="quarter" idx="21" hasCustomPrompt="1"/>
          </p:nvPr>
        </p:nvSpPr>
        <p:spPr>
          <a:xfrm>
            <a:off x="8320844" y="4132471"/>
            <a:ext cx="1463040" cy="899477"/>
          </a:xfrm>
        </p:spPr>
        <p:txBody>
          <a:bodyPr wrap="square">
            <a:spAutoFit/>
          </a:bodyPr>
          <a:lstStyle>
            <a:lvl1pPr marL="171450" indent="-171450">
              <a:buFont typeface="Arial" panose="020B0604020202020204" pitchFamily="34" charset="0"/>
              <a:buChar char="•"/>
              <a:defRPr sz="100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marL="171450" indent="-171450">
              <a:buFont typeface="Arial" panose="020B0604020202020204" pitchFamily="34" charset="0"/>
              <a:buChar char="•"/>
            </a:pPr>
            <a:r>
              <a:rPr lang="en-US"/>
              <a:t>Description of Activity 1</a:t>
            </a:r>
          </a:p>
          <a:p>
            <a:pPr marL="171450" indent="-171450">
              <a:buFont typeface="Arial" panose="020B0604020202020204" pitchFamily="34" charset="0"/>
              <a:buChar char="•"/>
            </a:pPr>
            <a:r>
              <a:rPr lang="en-US"/>
              <a:t>Description of Activity 2</a:t>
            </a:r>
          </a:p>
          <a:p>
            <a:pPr marL="171450" indent="-171450">
              <a:buFont typeface="Arial" panose="020B0604020202020204" pitchFamily="34" charset="0"/>
              <a:buChar char="•"/>
            </a:pPr>
            <a:r>
              <a:rPr lang="en-US"/>
              <a:t>Description of Activity 3</a:t>
            </a:r>
          </a:p>
          <a:p>
            <a:pPr marL="171450" indent="-171450">
              <a:buFont typeface="Arial" panose="020B0604020202020204" pitchFamily="34" charset="0"/>
              <a:buChar char="•"/>
            </a:pPr>
            <a:r>
              <a:rPr lang="en-US"/>
              <a:t>Description of Activity 4</a:t>
            </a:r>
          </a:p>
        </p:txBody>
      </p:sp>
      <p:sp>
        <p:nvSpPr>
          <p:cNvPr id="32" name="Text Placeholder 2">
            <a:extLst>
              <a:ext uri="{FF2B5EF4-FFF2-40B4-BE49-F238E27FC236}">
                <a16:creationId xmlns:a16="http://schemas.microsoft.com/office/drawing/2014/main" id="{51BD861C-C099-2242-98F1-B6E7EEED2BE6}"/>
              </a:ext>
            </a:extLst>
          </p:cNvPr>
          <p:cNvSpPr txBox="1">
            <a:spLocks/>
          </p:cNvSpPr>
          <p:nvPr userDrawn="1"/>
        </p:nvSpPr>
        <p:spPr>
          <a:xfrm>
            <a:off x="10262045" y="3215049"/>
            <a:ext cx="1463040" cy="430887"/>
          </a:xfrm>
          <a:prstGeom prst="rect">
            <a:avLst/>
          </a:prstGeom>
        </p:spPr>
        <p:txBody>
          <a:bodyPr vert="horz" wrap="square" lIns="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06 Evaluation &amp; </a:t>
            </a:r>
            <a:br>
              <a:rPr lang="en-US"/>
            </a:br>
            <a:r>
              <a:rPr lang="en-US"/>
              <a:t>Implementation</a:t>
            </a:r>
          </a:p>
        </p:txBody>
      </p:sp>
      <p:pic>
        <p:nvPicPr>
          <p:cNvPr id="33" name="Graphic 32">
            <a:extLst>
              <a:ext uri="{FF2B5EF4-FFF2-40B4-BE49-F238E27FC236}">
                <a16:creationId xmlns:a16="http://schemas.microsoft.com/office/drawing/2014/main" id="{C141246F-69BD-0B41-BF52-D1152FCFAC26}"/>
              </a:ext>
            </a:extLst>
          </p:cNvPr>
          <p:cNvPicPr>
            <a:picLocks noChangeAspect="1"/>
          </p:cNvPicPr>
          <p:nvPr userDrawn="1"/>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262045" y="2057323"/>
            <a:ext cx="766345" cy="708580"/>
          </a:xfrm>
          <a:prstGeom prst="rect">
            <a:avLst/>
          </a:prstGeom>
        </p:spPr>
      </p:pic>
      <p:cxnSp>
        <p:nvCxnSpPr>
          <p:cNvPr id="34" name="Straight Connector 33">
            <a:extLst>
              <a:ext uri="{FF2B5EF4-FFF2-40B4-BE49-F238E27FC236}">
                <a16:creationId xmlns:a16="http://schemas.microsoft.com/office/drawing/2014/main" id="{BCFA191E-BA82-1B46-A82D-56261E200A50}"/>
              </a:ext>
            </a:extLst>
          </p:cNvPr>
          <p:cNvCxnSpPr>
            <a:cxnSpLocks/>
          </p:cNvCxnSpPr>
          <p:nvPr userDrawn="1"/>
        </p:nvCxnSpPr>
        <p:spPr>
          <a:xfrm>
            <a:off x="10262045" y="2977978"/>
            <a:ext cx="66726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6" name="Text Placeholder 2">
            <a:extLst>
              <a:ext uri="{FF2B5EF4-FFF2-40B4-BE49-F238E27FC236}">
                <a16:creationId xmlns:a16="http://schemas.microsoft.com/office/drawing/2014/main" id="{D7341B1D-76E9-7D45-9DFE-D59392013395}"/>
              </a:ext>
            </a:extLst>
          </p:cNvPr>
          <p:cNvSpPr>
            <a:spLocks noGrp="1"/>
          </p:cNvSpPr>
          <p:nvPr>
            <p:ph type="body" sz="quarter" idx="22" hasCustomPrompt="1"/>
          </p:nvPr>
        </p:nvSpPr>
        <p:spPr>
          <a:xfrm>
            <a:off x="10262045" y="4132471"/>
            <a:ext cx="1463040" cy="899477"/>
          </a:xfrm>
        </p:spPr>
        <p:txBody>
          <a:bodyPr wrap="square">
            <a:spAutoFit/>
          </a:bodyPr>
          <a:lstStyle>
            <a:lvl1pPr marL="171450" indent="-171450">
              <a:buFont typeface="Arial" panose="020B0604020202020204" pitchFamily="34" charset="0"/>
              <a:buChar char="•"/>
              <a:defRPr sz="100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marL="171450" indent="-171450">
              <a:buFont typeface="Arial" panose="020B0604020202020204" pitchFamily="34" charset="0"/>
              <a:buChar char="•"/>
            </a:pPr>
            <a:r>
              <a:rPr lang="en-US"/>
              <a:t>Description of Activity 1</a:t>
            </a:r>
          </a:p>
          <a:p>
            <a:pPr marL="171450" indent="-171450">
              <a:buFont typeface="Arial" panose="020B0604020202020204" pitchFamily="34" charset="0"/>
              <a:buChar char="•"/>
            </a:pPr>
            <a:r>
              <a:rPr lang="en-US"/>
              <a:t>Description of Activity 2</a:t>
            </a:r>
          </a:p>
          <a:p>
            <a:pPr marL="171450" indent="-171450">
              <a:buFont typeface="Arial" panose="020B0604020202020204" pitchFamily="34" charset="0"/>
              <a:buChar char="•"/>
            </a:pPr>
            <a:r>
              <a:rPr lang="en-US"/>
              <a:t>Description of Activity 3</a:t>
            </a:r>
          </a:p>
          <a:p>
            <a:pPr marL="171450" indent="-171450">
              <a:buFont typeface="Arial" panose="020B0604020202020204" pitchFamily="34" charset="0"/>
              <a:buChar char="•"/>
            </a:pPr>
            <a:r>
              <a:rPr lang="en-US"/>
              <a:t>Description of Activity 4</a:t>
            </a:r>
          </a:p>
        </p:txBody>
      </p:sp>
      <p:sp>
        <p:nvSpPr>
          <p:cNvPr id="37" name="Text Placeholder 32">
            <a:extLst>
              <a:ext uri="{FF2B5EF4-FFF2-40B4-BE49-F238E27FC236}">
                <a16:creationId xmlns:a16="http://schemas.microsoft.com/office/drawing/2014/main" id="{5F7393A2-F20A-FB48-8098-C4DF269971EB}"/>
              </a:ext>
            </a:extLst>
          </p:cNvPr>
          <p:cNvSpPr>
            <a:spLocks noGrp="1"/>
          </p:cNvSpPr>
          <p:nvPr>
            <p:ph type="body" sz="quarter" idx="23"/>
          </p:nvPr>
        </p:nvSpPr>
        <p:spPr>
          <a:xfrm>
            <a:off x="457201" y="3711950"/>
            <a:ext cx="1463040" cy="396070"/>
          </a:xfrm>
        </p:spPr>
        <p:txBody>
          <a:bodyPr>
            <a:spAutoFit/>
          </a:bodyPr>
          <a:lstStyle/>
          <a:p>
            <a:pPr lvl="0"/>
            <a:r>
              <a:rPr lang="en-US"/>
              <a:t>Click to edit Master text styles</a:t>
            </a:r>
          </a:p>
        </p:txBody>
      </p:sp>
      <p:sp>
        <p:nvSpPr>
          <p:cNvPr id="38" name="Text Placeholder 32">
            <a:extLst>
              <a:ext uri="{FF2B5EF4-FFF2-40B4-BE49-F238E27FC236}">
                <a16:creationId xmlns:a16="http://schemas.microsoft.com/office/drawing/2014/main" id="{B176C60C-51C0-3B4D-AE38-AC9A7DFCED6C}"/>
              </a:ext>
            </a:extLst>
          </p:cNvPr>
          <p:cNvSpPr>
            <a:spLocks noGrp="1"/>
          </p:cNvSpPr>
          <p:nvPr>
            <p:ph type="body" sz="quarter" idx="24"/>
          </p:nvPr>
        </p:nvSpPr>
        <p:spPr>
          <a:xfrm>
            <a:off x="2423111" y="3711950"/>
            <a:ext cx="1463040" cy="396070"/>
          </a:xfrm>
        </p:spPr>
        <p:txBody>
          <a:bodyPr>
            <a:spAutoFit/>
          </a:bodyPr>
          <a:lstStyle/>
          <a:p>
            <a:pPr lvl="0"/>
            <a:r>
              <a:rPr lang="en-US"/>
              <a:t>Click to edit Master text styles</a:t>
            </a:r>
          </a:p>
        </p:txBody>
      </p:sp>
      <p:sp>
        <p:nvSpPr>
          <p:cNvPr id="39" name="Text Placeholder 32">
            <a:extLst>
              <a:ext uri="{FF2B5EF4-FFF2-40B4-BE49-F238E27FC236}">
                <a16:creationId xmlns:a16="http://schemas.microsoft.com/office/drawing/2014/main" id="{83DCF7C1-2E86-DD49-93B8-E0B552441571}"/>
              </a:ext>
            </a:extLst>
          </p:cNvPr>
          <p:cNvSpPr>
            <a:spLocks noGrp="1"/>
          </p:cNvSpPr>
          <p:nvPr>
            <p:ph type="body" sz="quarter" idx="25"/>
          </p:nvPr>
        </p:nvSpPr>
        <p:spPr>
          <a:xfrm>
            <a:off x="4389022" y="3711950"/>
            <a:ext cx="1463040" cy="396070"/>
          </a:xfrm>
        </p:spPr>
        <p:txBody>
          <a:bodyPr>
            <a:spAutoFit/>
          </a:bodyPr>
          <a:lstStyle/>
          <a:p>
            <a:pPr lvl="0"/>
            <a:r>
              <a:rPr lang="en-US"/>
              <a:t>Click to edit Master text styles</a:t>
            </a:r>
          </a:p>
        </p:txBody>
      </p:sp>
      <p:sp>
        <p:nvSpPr>
          <p:cNvPr id="40" name="Text Placeholder 32">
            <a:extLst>
              <a:ext uri="{FF2B5EF4-FFF2-40B4-BE49-F238E27FC236}">
                <a16:creationId xmlns:a16="http://schemas.microsoft.com/office/drawing/2014/main" id="{749D904C-AEC8-804C-B52A-C4D391166BE1}"/>
              </a:ext>
            </a:extLst>
          </p:cNvPr>
          <p:cNvSpPr>
            <a:spLocks noGrp="1"/>
          </p:cNvSpPr>
          <p:nvPr>
            <p:ph type="body" sz="quarter" idx="26"/>
          </p:nvPr>
        </p:nvSpPr>
        <p:spPr>
          <a:xfrm>
            <a:off x="6354933" y="3711950"/>
            <a:ext cx="1463040" cy="396070"/>
          </a:xfrm>
        </p:spPr>
        <p:txBody>
          <a:bodyPr>
            <a:spAutoFit/>
          </a:bodyPr>
          <a:lstStyle/>
          <a:p>
            <a:pPr lvl="0"/>
            <a:r>
              <a:rPr lang="en-US"/>
              <a:t>Click to edit Master text styles</a:t>
            </a:r>
          </a:p>
        </p:txBody>
      </p:sp>
      <p:sp>
        <p:nvSpPr>
          <p:cNvPr id="41" name="Text Placeholder 32">
            <a:extLst>
              <a:ext uri="{FF2B5EF4-FFF2-40B4-BE49-F238E27FC236}">
                <a16:creationId xmlns:a16="http://schemas.microsoft.com/office/drawing/2014/main" id="{45690D28-0402-5A47-B11A-2BEB72CBA69A}"/>
              </a:ext>
            </a:extLst>
          </p:cNvPr>
          <p:cNvSpPr>
            <a:spLocks noGrp="1"/>
          </p:cNvSpPr>
          <p:nvPr>
            <p:ph type="body" sz="quarter" idx="27"/>
          </p:nvPr>
        </p:nvSpPr>
        <p:spPr>
          <a:xfrm>
            <a:off x="8320844" y="3711950"/>
            <a:ext cx="1463040" cy="396070"/>
          </a:xfrm>
        </p:spPr>
        <p:txBody>
          <a:bodyPr>
            <a:spAutoFit/>
          </a:bodyPr>
          <a:lstStyle/>
          <a:p>
            <a:pPr lvl="0"/>
            <a:r>
              <a:rPr lang="en-US"/>
              <a:t>Click to edit Master text styles</a:t>
            </a:r>
          </a:p>
        </p:txBody>
      </p:sp>
      <p:sp>
        <p:nvSpPr>
          <p:cNvPr id="42" name="Text Placeholder 32">
            <a:extLst>
              <a:ext uri="{FF2B5EF4-FFF2-40B4-BE49-F238E27FC236}">
                <a16:creationId xmlns:a16="http://schemas.microsoft.com/office/drawing/2014/main" id="{C0E5AE34-5390-1742-B24C-571FF75CA773}"/>
              </a:ext>
            </a:extLst>
          </p:cNvPr>
          <p:cNvSpPr>
            <a:spLocks noGrp="1"/>
          </p:cNvSpPr>
          <p:nvPr>
            <p:ph type="body" sz="quarter" idx="28"/>
          </p:nvPr>
        </p:nvSpPr>
        <p:spPr>
          <a:xfrm>
            <a:off x="10262045" y="3711950"/>
            <a:ext cx="1463040" cy="396070"/>
          </a:xfrm>
        </p:spPr>
        <p:txBody>
          <a:bodyPr>
            <a:spAutoFit/>
          </a:bodyPr>
          <a:lstStyle/>
          <a:p>
            <a:pPr lvl="0"/>
            <a:r>
              <a:rPr lang="en-US"/>
              <a:t>Click to edit Master text styles</a:t>
            </a:r>
          </a:p>
        </p:txBody>
      </p:sp>
    </p:spTree>
    <p:extLst>
      <p:ext uri="{BB962C8B-B14F-4D97-AF65-F5344CB8AC3E}">
        <p14:creationId xmlns:p14="http://schemas.microsoft.com/office/powerpoint/2010/main" val="6259318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hase Description ">
    <p:spTree>
      <p:nvGrpSpPr>
        <p:cNvPr id="1" name=""/>
        <p:cNvGrpSpPr/>
        <p:nvPr/>
      </p:nvGrpSpPr>
      <p:grpSpPr>
        <a:xfrm>
          <a:off x="0" y="0"/>
          <a:ext cx="0" cy="0"/>
          <a:chOff x="0" y="0"/>
          <a:chExt cx="0" cy="0"/>
        </a:xfrm>
      </p:grpSpPr>
      <p:sp>
        <p:nvSpPr>
          <p:cNvPr id="11" name="Title 1"/>
          <p:cNvSpPr>
            <a:spLocks noGrp="1"/>
          </p:cNvSpPr>
          <p:nvPr>
            <p:ph type="title"/>
          </p:nvPr>
        </p:nvSpPr>
        <p:spPr>
          <a:xfrm>
            <a:off x="457200" y="457200"/>
            <a:ext cx="11274552" cy="4572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231494"/>
            <a:ext cx="3611880" cy="225706"/>
          </a:xfrm>
        </p:spPr>
        <p:txBody>
          <a:bodyPr/>
          <a:lstStyle>
            <a:lvl1pPr>
              <a:defRPr sz="1000" b="1" cap="all" baseline="0">
                <a:solidFill>
                  <a:schemeClr val="tx2"/>
                </a:solidFill>
                <a:latin typeface="+mn-lt"/>
              </a:defRPr>
            </a:lvl1pPr>
          </a:lstStyle>
          <a:p>
            <a:pPr lvl="0"/>
            <a:r>
              <a:rPr lang="en-US"/>
              <a:t>Click to add section title</a:t>
            </a:r>
          </a:p>
        </p:txBody>
      </p:sp>
      <p:sp>
        <p:nvSpPr>
          <p:cNvPr id="3" name="Text Placeholder 2">
            <a:extLst>
              <a:ext uri="{FF2B5EF4-FFF2-40B4-BE49-F238E27FC236}">
                <a16:creationId xmlns:a16="http://schemas.microsoft.com/office/drawing/2014/main" id="{B4B02766-9497-4A26-BB62-880E91855227}"/>
              </a:ext>
            </a:extLst>
          </p:cNvPr>
          <p:cNvSpPr>
            <a:spLocks noGrp="1"/>
          </p:cNvSpPr>
          <p:nvPr>
            <p:ph type="body" sz="quarter" idx="16" hasCustomPrompt="1"/>
          </p:nvPr>
        </p:nvSpPr>
        <p:spPr>
          <a:xfrm>
            <a:off x="457200" y="1143000"/>
            <a:ext cx="3312160" cy="594137"/>
          </a:xfrm>
        </p:spPr>
        <p:txBody>
          <a:bodyPr wrap="square">
            <a:spAutoFit/>
          </a:bodyPr>
          <a:lstStyle>
            <a:lvl1pPr>
              <a:defRPr sz="18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9" name="Text Placeholder 2">
            <a:extLst>
              <a:ext uri="{FF2B5EF4-FFF2-40B4-BE49-F238E27FC236}">
                <a16:creationId xmlns:a16="http://schemas.microsoft.com/office/drawing/2014/main" id="{D2C8C061-6443-461A-A052-E19A46AADCA8}"/>
              </a:ext>
            </a:extLst>
          </p:cNvPr>
          <p:cNvSpPr>
            <a:spLocks noGrp="1"/>
          </p:cNvSpPr>
          <p:nvPr>
            <p:ph type="body" sz="quarter" idx="19" hasCustomPrompt="1"/>
          </p:nvPr>
        </p:nvSpPr>
        <p:spPr>
          <a:xfrm>
            <a:off x="4439920" y="1143000"/>
            <a:ext cx="3312160" cy="594137"/>
          </a:xfrm>
        </p:spPr>
        <p:txBody>
          <a:bodyPr wrap="square">
            <a:spAutoFit/>
          </a:bodyPr>
          <a:lstStyle>
            <a:lvl1pPr>
              <a:defRPr sz="18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10" name="Text Placeholder 2">
            <a:extLst>
              <a:ext uri="{FF2B5EF4-FFF2-40B4-BE49-F238E27FC236}">
                <a16:creationId xmlns:a16="http://schemas.microsoft.com/office/drawing/2014/main" id="{626FC49A-5396-46E4-8A00-C0A017834ED3}"/>
              </a:ext>
            </a:extLst>
          </p:cNvPr>
          <p:cNvSpPr>
            <a:spLocks noGrp="1"/>
          </p:cNvSpPr>
          <p:nvPr>
            <p:ph type="body" sz="quarter" idx="20" hasCustomPrompt="1"/>
          </p:nvPr>
        </p:nvSpPr>
        <p:spPr>
          <a:xfrm>
            <a:off x="4439920" y="2067560"/>
            <a:ext cx="3312160" cy="3542958"/>
          </a:xfrm>
        </p:spPr>
        <p:txBody>
          <a:bodyPr wrap="square">
            <a:spAutoFit/>
          </a:bodyPr>
          <a:lstStyle>
            <a:lvl1pPr>
              <a:defRPr sz="14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r>
              <a:rPr lang="en-US" err="1"/>
              <a:t>Nec</a:t>
            </a:r>
            <a:endParaRPr lang="en-US"/>
          </a:p>
        </p:txBody>
      </p:sp>
      <p:sp>
        <p:nvSpPr>
          <p:cNvPr id="13" name="Text Placeholder 2">
            <a:extLst>
              <a:ext uri="{FF2B5EF4-FFF2-40B4-BE49-F238E27FC236}">
                <a16:creationId xmlns:a16="http://schemas.microsoft.com/office/drawing/2014/main" id="{AEEE17DA-6635-495B-A481-BBD7188AD456}"/>
              </a:ext>
            </a:extLst>
          </p:cNvPr>
          <p:cNvSpPr>
            <a:spLocks noGrp="1"/>
          </p:cNvSpPr>
          <p:nvPr>
            <p:ph type="body" sz="quarter" idx="21" hasCustomPrompt="1"/>
          </p:nvPr>
        </p:nvSpPr>
        <p:spPr>
          <a:xfrm>
            <a:off x="8422640" y="1143000"/>
            <a:ext cx="3312160" cy="594137"/>
          </a:xfrm>
        </p:spPr>
        <p:txBody>
          <a:bodyPr wrap="square">
            <a:spAutoFit/>
          </a:bodyPr>
          <a:lstStyle>
            <a:lvl1pPr>
              <a:defRPr sz="18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14" name="Text Placeholder 2">
            <a:extLst>
              <a:ext uri="{FF2B5EF4-FFF2-40B4-BE49-F238E27FC236}">
                <a16:creationId xmlns:a16="http://schemas.microsoft.com/office/drawing/2014/main" id="{BF29616B-A8DB-42A6-A277-8CAE573E985F}"/>
              </a:ext>
            </a:extLst>
          </p:cNvPr>
          <p:cNvSpPr>
            <a:spLocks noGrp="1"/>
          </p:cNvSpPr>
          <p:nvPr>
            <p:ph type="body" sz="quarter" idx="22" hasCustomPrompt="1"/>
          </p:nvPr>
        </p:nvSpPr>
        <p:spPr>
          <a:xfrm>
            <a:off x="8422640" y="2067560"/>
            <a:ext cx="3312160" cy="3542958"/>
          </a:xfrm>
        </p:spPr>
        <p:txBody>
          <a:bodyPr wrap="square">
            <a:spAutoFit/>
          </a:bodyPr>
          <a:lstStyle>
            <a:lvl1pPr>
              <a:defRPr sz="14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r>
              <a:rPr lang="en-US" err="1"/>
              <a:t>Nec</a:t>
            </a:r>
            <a:endParaRPr lang="en-US"/>
          </a:p>
        </p:txBody>
      </p:sp>
      <p:sp>
        <p:nvSpPr>
          <p:cNvPr id="15" name="Picture Placeholder 3">
            <a:extLst>
              <a:ext uri="{FF2B5EF4-FFF2-40B4-BE49-F238E27FC236}">
                <a16:creationId xmlns:a16="http://schemas.microsoft.com/office/drawing/2014/main" id="{74046861-98EF-8743-9C12-267EC1D8E7B2}"/>
              </a:ext>
            </a:extLst>
          </p:cNvPr>
          <p:cNvSpPr>
            <a:spLocks noGrp="1"/>
          </p:cNvSpPr>
          <p:nvPr>
            <p:ph type="pic" sz="quarter" idx="25" hasCustomPrompt="1"/>
          </p:nvPr>
        </p:nvSpPr>
        <p:spPr>
          <a:xfrm>
            <a:off x="457200" y="2730381"/>
            <a:ext cx="3614738" cy="1371600"/>
          </a:xfrm>
          <a:solidFill>
            <a:schemeClr val="bg1">
              <a:lumMod val="95000"/>
            </a:schemeClr>
          </a:solidFill>
        </p:spPr>
        <p:txBody>
          <a:bodyPr/>
          <a:lstStyle>
            <a:lvl1pPr algn="ctr">
              <a:defRPr sz="1400" baseline="0">
                <a:latin typeface="+mn-lt"/>
              </a:defRPr>
            </a:lvl1pPr>
          </a:lstStyle>
          <a:p>
            <a:r>
              <a:rPr lang="en-US"/>
              <a:t>Click icon to add BLACK &amp; WHITE PHOTO</a:t>
            </a:r>
          </a:p>
        </p:txBody>
      </p:sp>
      <p:sp>
        <p:nvSpPr>
          <p:cNvPr id="16" name="Picture Placeholder 3">
            <a:extLst>
              <a:ext uri="{FF2B5EF4-FFF2-40B4-BE49-F238E27FC236}">
                <a16:creationId xmlns:a16="http://schemas.microsoft.com/office/drawing/2014/main" id="{8A666C02-EA3A-C441-B424-21DB595FE3C2}"/>
              </a:ext>
            </a:extLst>
          </p:cNvPr>
          <p:cNvSpPr>
            <a:spLocks noGrp="1"/>
          </p:cNvSpPr>
          <p:nvPr>
            <p:ph type="pic" sz="quarter" idx="26" hasCustomPrompt="1"/>
          </p:nvPr>
        </p:nvSpPr>
        <p:spPr>
          <a:xfrm>
            <a:off x="457200" y="4238918"/>
            <a:ext cx="3614738" cy="1371600"/>
          </a:xfrm>
          <a:solidFill>
            <a:schemeClr val="bg1">
              <a:lumMod val="95000"/>
            </a:schemeClr>
          </a:solidFill>
        </p:spPr>
        <p:txBody>
          <a:bodyPr/>
          <a:lstStyle>
            <a:lvl1pPr algn="ctr">
              <a:defRPr sz="1400" baseline="0">
                <a:latin typeface="+mn-lt"/>
              </a:defRPr>
            </a:lvl1pPr>
          </a:lstStyle>
          <a:p>
            <a:r>
              <a:rPr lang="en-US"/>
              <a:t>Click icon to add BLACK &amp; WHITE PHOTO</a:t>
            </a:r>
          </a:p>
        </p:txBody>
      </p:sp>
    </p:spTree>
    <p:extLst>
      <p:ext uri="{BB962C8B-B14F-4D97-AF65-F5344CB8AC3E}">
        <p14:creationId xmlns:p14="http://schemas.microsoft.com/office/powerpoint/2010/main" val="128714510"/>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71FB1-EED5-E148-9A93-A29EB92D1655}"/>
              </a:ext>
            </a:extLst>
          </p:cNvPr>
          <p:cNvSpPr>
            <a:spLocks noGrp="1"/>
          </p:cNvSpPr>
          <p:nvPr>
            <p:ph type="title" hasCustomPrompt="1"/>
          </p:nvPr>
        </p:nvSpPr>
        <p:spPr>
          <a:xfrm>
            <a:off x="2156397" y="1220724"/>
            <a:ext cx="7892478" cy="2712730"/>
          </a:xfrm>
        </p:spPr>
        <p:txBody>
          <a:bodyPr wrap="square" anchor="t" anchorCtr="0">
            <a:spAutoFit/>
          </a:bodyPr>
          <a:lstStyle>
            <a:lvl1pPr algn="l">
              <a:lnSpc>
                <a:spcPct val="150000"/>
              </a:lnSpc>
              <a:defRPr sz="2400" b="0">
                <a:solidFill>
                  <a:schemeClr val="bg1"/>
                </a:solidFill>
                <a:latin typeface="+mn-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endParaRPr lang="en-US"/>
          </a:p>
        </p:txBody>
      </p:sp>
      <p:sp>
        <p:nvSpPr>
          <p:cNvPr id="5" name="TextBox 4">
            <a:extLst>
              <a:ext uri="{FF2B5EF4-FFF2-40B4-BE49-F238E27FC236}">
                <a16:creationId xmlns:a16="http://schemas.microsoft.com/office/drawing/2014/main" id="{5A61F754-B893-AE42-8D75-BA81D1A9A8FF}"/>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bg1"/>
                </a:solidFill>
              </a:rPr>
              <a:t>CONFIDENTIAL. Copyright ©</a:t>
            </a:r>
          </a:p>
        </p:txBody>
      </p:sp>
      <p:sp>
        <p:nvSpPr>
          <p:cNvPr id="6" name="Text Placeholder 3">
            <a:extLst>
              <a:ext uri="{FF2B5EF4-FFF2-40B4-BE49-F238E27FC236}">
                <a16:creationId xmlns:a16="http://schemas.microsoft.com/office/drawing/2014/main" id="{CBD9E730-867D-BF4D-8996-7605F868D97E}"/>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pic>
        <p:nvPicPr>
          <p:cNvPr id="7" name="Graphic 6">
            <a:extLst>
              <a:ext uri="{FF2B5EF4-FFF2-40B4-BE49-F238E27FC236}">
                <a16:creationId xmlns:a16="http://schemas.microsoft.com/office/drawing/2014/main" id="{E0D6E288-882B-514C-B335-273A187E20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grpSp>
        <p:nvGrpSpPr>
          <p:cNvPr id="8" name="Graphic 4">
            <a:extLst>
              <a:ext uri="{FF2B5EF4-FFF2-40B4-BE49-F238E27FC236}">
                <a16:creationId xmlns:a16="http://schemas.microsoft.com/office/drawing/2014/main" id="{823A4988-0868-304B-AD24-7AFF2D3D342A}"/>
              </a:ext>
            </a:extLst>
          </p:cNvPr>
          <p:cNvGrpSpPr/>
          <p:nvPr userDrawn="1"/>
        </p:nvGrpSpPr>
        <p:grpSpPr>
          <a:xfrm>
            <a:off x="494098" y="228600"/>
            <a:ext cx="1309173" cy="952500"/>
            <a:chOff x="1851964" y="2058769"/>
            <a:chExt cx="424433" cy="308800"/>
          </a:xfrm>
          <a:solidFill>
            <a:schemeClr val="bg2">
              <a:lumMod val="25000"/>
            </a:schemeClr>
          </a:solidFill>
        </p:grpSpPr>
        <p:sp>
          <p:nvSpPr>
            <p:cNvPr id="9" name="Freeform: Shape 8">
              <a:extLst>
                <a:ext uri="{FF2B5EF4-FFF2-40B4-BE49-F238E27FC236}">
                  <a16:creationId xmlns:a16="http://schemas.microsoft.com/office/drawing/2014/main" id="{DFDBA4B6-758F-E547-A4C5-72E7C40C04B9}"/>
                </a:ext>
              </a:extLst>
            </p:cNvPr>
            <p:cNvSpPr/>
            <p:nvPr/>
          </p:nvSpPr>
          <p:spPr>
            <a:xfrm>
              <a:off x="1851964" y="2058769"/>
              <a:ext cx="196214" cy="308800"/>
            </a:xfrm>
            <a:custGeom>
              <a:avLst/>
              <a:gdLst>
                <a:gd name="connsiteX0" fmla="*/ 96202 w 196214"/>
                <a:gd name="connsiteY0" fmla="*/ 0 h 308800"/>
                <a:gd name="connsiteX1" fmla="*/ 166211 w 196214"/>
                <a:gd name="connsiteY1" fmla="*/ 31909 h 308800"/>
                <a:gd name="connsiteX2" fmla="*/ 188119 w 196214"/>
                <a:gd name="connsiteY2" fmla="*/ 67913 h 308800"/>
                <a:gd name="connsiteX3" fmla="*/ 196215 w 196214"/>
                <a:gd name="connsiteY3" fmla="*/ 110585 h 308800"/>
                <a:gd name="connsiteX4" fmla="*/ 166688 w 196214"/>
                <a:gd name="connsiteY4" fmla="*/ 202311 h 308800"/>
                <a:gd name="connsiteX5" fmla="*/ 87630 w 196214"/>
                <a:gd name="connsiteY5" fmla="*/ 281178 h 308800"/>
                <a:gd name="connsiteX6" fmla="*/ 21907 w 196214"/>
                <a:gd name="connsiteY6" fmla="*/ 308801 h 308800"/>
                <a:gd name="connsiteX7" fmla="*/ 6191 w 196214"/>
                <a:gd name="connsiteY7" fmla="*/ 303085 h 308800"/>
                <a:gd name="connsiteX8" fmla="*/ 0 w 196214"/>
                <a:gd name="connsiteY8" fmla="*/ 287846 h 308800"/>
                <a:gd name="connsiteX9" fmla="*/ 18098 w 196214"/>
                <a:gd name="connsiteY9" fmla="*/ 264033 h 308800"/>
                <a:gd name="connsiteX10" fmla="*/ 81439 w 196214"/>
                <a:gd name="connsiteY10" fmla="*/ 219742 h 308800"/>
                <a:gd name="connsiteX11" fmla="*/ 100489 w 196214"/>
                <a:gd name="connsiteY11" fmla="*/ 189738 h 308800"/>
                <a:gd name="connsiteX12" fmla="*/ 86201 w 196214"/>
                <a:gd name="connsiteY12" fmla="*/ 178784 h 308800"/>
                <a:gd name="connsiteX13" fmla="*/ 80010 w 196214"/>
                <a:gd name="connsiteY13" fmla="*/ 177832 h 308800"/>
                <a:gd name="connsiteX14" fmla="*/ 72866 w 196214"/>
                <a:gd name="connsiteY14" fmla="*/ 177355 h 308800"/>
                <a:gd name="connsiteX15" fmla="*/ 22574 w 196214"/>
                <a:gd name="connsiteY15" fmla="*/ 148495 h 308800"/>
                <a:gd name="connsiteX16" fmla="*/ 3238 w 196214"/>
                <a:gd name="connsiteY16" fmla="*/ 90106 h 308800"/>
                <a:gd name="connsiteX17" fmla="*/ 27051 w 196214"/>
                <a:gd name="connsiteY17" fmla="*/ 29146 h 308800"/>
                <a:gd name="connsiteX18" fmla="*/ 96202 w 196214"/>
                <a:gd name="connsiteY18" fmla="*/ 0 h 30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6214" h="308800">
                  <a:moveTo>
                    <a:pt x="96202" y="0"/>
                  </a:moveTo>
                  <a:cubicBezTo>
                    <a:pt x="123539" y="0"/>
                    <a:pt x="146876" y="10668"/>
                    <a:pt x="166211" y="31909"/>
                  </a:cubicBezTo>
                  <a:cubicBezTo>
                    <a:pt x="175451" y="41815"/>
                    <a:pt x="182689" y="53721"/>
                    <a:pt x="188119" y="67913"/>
                  </a:cubicBezTo>
                  <a:cubicBezTo>
                    <a:pt x="193548" y="82010"/>
                    <a:pt x="196215" y="96298"/>
                    <a:pt x="196215" y="110585"/>
                  </a:cubicBezTo>
                  <a:cubicBezTo>
                    <a:pt x="196215" y="140779"/>
                    <a:pt x="186404" y="171355"/>
                    <a:pt x="166688" y="202311"/>
                  </a:cubicBezTo>
                  <a:cubicBezTo>
                    <a:pt x="146971" y="233267"/>
                    <a:pt x="120587" y="259556"/>
                    <a:pt x="87630" y="281178"/>
                  </a:cubicBezTo>
                  <a:cubicBezTo>
                    <a:pt x="59722" y="299561"/>
                    <a:pt x="37719" y="308801"/>
                    <a:pt x="21907" y="308801"/>
                  </a:cubicBezTo>
                  <a:cubicBezTo>
                    <a:pt x="15526" y="308801"/>
                    <a:pt x="10287" y="306896"/>
                    <a:pt x="6191" y="303085"/>
                  </a:cubicBezTo>
                  <a:cubicBezTo>
                    <a:pt x="2095" y="299276"/>
                    <a:pt x="0" y="294227"/>
                    <a:pt x="0" y="287846"/>
                  </a:cubicBezTo>
                  <a:cubicBezTo>
                    <a:pt x="0" y="278321"/>
                    <a:pt x="6001" y="270415"/>
                    <a:pt x="18098" y="264033"/>
                  </a:cubicBezTo>
                  <a:cubicBezTo>
                    <a:pt x="46958" y="249079"/>
                    <a:pt x="68104" y="234315"/>
                    <a:pt x="81439" y="219742"/>
                  </a:cubicBezTo>
                  <a:cubicBezTo>
                    <a:pt x="94107" y="206121"/>
                    <a:pt x="100489" y="196120"/>
                    <a:pt x="100489" y="189738"/>
                  </a:cubicBezTo>
                  <a:cubicBezTo>
                    <a:pt x="100489" y="183737"/>
                    <a:pt x="95726" y="180023"/>
                    <a:pt x="86201" y="178784"/>
                  </a:cubicBezTo>
                  <a:lnTo>
                    <a:pt x="80010" y="177832"/>
                  </a:lnTo>
                  <a:lnTo>
                    <a:pt x="72866" y="177355"/>
                  </a:lnTo>
                  <a:cubicBezTo>
                    <a:pt x="52197" y="174212"/>
                    <a:pt x="35433" y="164592"/>
                    <a:pt x="22574" y="148495"/>
                  </a:cubicBezTo>
                  <a:cubicBezTo>
                    <a:pt x="9716" y="132493"/>
                    <a:pt x="3238" y="112966"/>
                    <a:pt x="3238" y="90106"/>
                  </a:cubicBezTo>
                  <a:cubicBezTo>
                    <a:pt x="3238" y="66580"/>
                    <a:pt x="11144" y="46291"/>
                    <a:pt x="27051" y="29146"/>
                  </a:cubicBezTo>
                  <a:cubicBezTo>
                    <a:pt x="45149" y="9715"/>
                    <a:pt x="68199" y="0"/>
                    <a:pt x="96202" y="0"/>
                  </a:cubicBez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67A9479-37D0-E448-A740-1DFA8790CA90}"/>
                </a:ext>
              </a:extLst>
            </p:cNvPr>
            <p:cNvSpPr/>
            <p:nvPr/>
          </p:nvSpPr>
          <p:spPr>
            <a:xfrm>
              <a:off x="2080183" y="2058769"/>
              <a:ext cx="196215" cy="308800"/>
            </a:xfrm>
            <a:custGeom>
              <a:avLst/>
              <a:gdLst>
                <a:gd name="connsiteX0" fmla="*/ 96203 w 196215"/>
                <a:gd name="connsiteY0" fmla="*/ 0 h 308800"/>
                <a:gd name="connsiteX1" fmla="*/ 166211 w 196215"/>
                <a:gd name="connsiteY1" fmla="*/ 31909 h 308800"/>
                <a:gd name="connsiteX2" fmla="*/ 188119 w 196215"/>
                <a:gd name="connsiteY2" fmla="*/ 67913 h 308800"/>
                <a:gd name="connsiteX3" fmla="*/ 196215 w 196215"/>
                <a:gd name="connsiteY3" fmla="*/ 110585 h 308800"/>
                <a:gd name="connsiteX4" fmla="*/ 166688 w 196215"/>
                <a:gd name="connsiteY4" fmla="*/ 202311 h 308800"/>
                <a:gd name="connsiteX5" fmla="*/ 87630 w 196215"/>
                <a:gd name="connsiteY5" fmla="*/ 281178 h 308800"/>
                <a:gd name="connsiteX6" fmla="*/ 21908 w 196215"/>
                <a:gd name="connsiteY6" fmla="*/ 308801 h 308800"/>
                <a:gd name="connsiteX7" fmla="*/ 6191 w 196215"/>
                <a:gd name="connsiteY7" fmla="*/ 303085 h 308800"/>
                <a:gd name="connsiteX8" fmla="*/ 0 w 196215"/>
                <a:gd name="connsiteY8" fmla="*/ 287846 h 308800"/>
                <a:gd name="connsiteX9" fmla="*/ 18097 w 196215"/>
                <a:gd name="connsiteY9" fmla="*/ 264033 h 308800"/>
                <a:gd name="connsiteX10" fmla="*/ 81439 w 196215"/>
                <a:gd name="connsiteY10" fmla="*/ 219742 h 308800"/>
                <a:gd name="connsiteX11" fmla="*/ 100489 w 196215"/>
                <a:gd name="connsiteY11" fmla="*/ 189738 h 308800"/>
                <a:gd name="connsiteX12" fmla="*/ 86201 w 196215"/>
                <a:gd name="connsiteY12" fmla="*/ 178784 h 308800"/>
                <a:gd name="connsiteX13" fmla="*/ 80010 w 196215"/>
                <a:gd name="connsiteY13" fmla="*/ 177832 h 308800"/>
                <a:gd name="connsiteX14" fmla="*/ 72866 w 196215"/>
                <a:gd name="connsiteY14" fmla="*/ 177355 h 308800"/>
                <a:gd name="connsiteX15" fmla="*/ 22574 w 196215"/>
                <a:gd name="connsiteY15" fmla="*/ 148495 h 308800"/>
                <a:gd name="connsiteX16" fmla="*/ 3239 w 196215"/>
                <a:gd name="connsiteY16" fmla="*/ 90106 h 308800"/>
                <a:gd name="connsiteX17" fmla="*/ 27051 w 196215"/>
                <a:gd name="connsiteY17" fmla="*/ 29146 h 308800"/>
                <a:gd name="connsiteX18" fmla="*/ 96203 w 196215"/>
                <a:gd name="connsiteY18" fmla="*/ 0 h 30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6215" h="308800">
                  <a:moveTo>
                    <a:pt x="96203" y="0"/>
                  </a:moveTo>
                  <a:cubicBezTo>
                    <a:pt x="123539" y="0"/>
                    <a:pt x="146876" y="10668"/>
                    <a:pt x="166211" y="31909"/>
                  </a:cubicBezTo>
                  <a:cubicBezTo>
                    <a:pt x="175451" y="41815"/>
                    <a:pt x="182689" y="53721"/>
                    <a:pt x="188119" y="67913"/>
                  </a:cubicBezTo>
                  <a:cubicBezTo>
                    <a:pt x="193548" y="82010"/>
                    <a:pt x="196215" y="96298"/>
                    <a:pt x="196215" y="110585"/>
                  </a:cubicBezTo>
                  <a:cubicBezTo>
                    <a:pt x="196215" y="140779"/>
                    <a:pt x="186404" y="171355"/>
                    <a:pt x="166688" y="202311"/>
                  </a:cubicBezTo>
                  <a:cubicBezTo>
                    <a:pt x="146971" y="233267"/>
                    <a:pt x="120587" y="259556"/>
                    <a:pt x="87630" y="281178"/>
                  </a:cubicBezTo>
                  <a:cubicBezTo>
                    <a:pt x="59627" y="299561"/>
                    <a:pt x="37719" y="308801"/>
                    <a:pt x="21908" y="308801"/>
                  </a:cubicBezTo>
                  <a:cubicBezTo>
                    <a:pt x="15526" y="308801"/>
                    <a:pt x="10287" y="306896"/>
                    <a:pt x="6191" y="303085"/>
                  </a:cubicBezTo>
                  <a:cubicBezTo>
                    <a:pt x="2095" y="299276"/>
                    <a:pt x="0" y="294227"/>
                    <a:pt x="0" y="287846"/>
                  </a:cubicBezTo>
                  <a:cubicBezTo>
                    <a:pt x="0" y="278321"/>
                    <a:pt x="6001" y="270415"/>
                    <a:pt x="18097" y="264033"/>
                  </a:cubicBezTo>
                  <a:cubicBezTo>
                    <a:pt x="46958" y="249079"/>
                    <a:pt x="68104" y="234315"/>
                    <a:pt x="81439" y="219742"/>
                  </a:cubicBezTo>
                  <a:cubicBezTo>
                    <a:pt x="94107" y="206121"/>
                    <a:pt x="100489" y="196120"/>
                    <a:pt x="100489" y="189738"/>
                  </a:cubicBezTo>
                  <a:cubicBezTo>
                    <a:pt x="100489" y="183737"/>
                    <a:pt x="95726" y="180023"/>
                    <a:pt x="86201" y="178784"/>
                  </a:cubicBezTo>
                  <a:lnTo>
                    <a:pt x="80010" y="177832"/>
                  </a:lnTo>
                  <a:lnTo>
                    <a:pt x="72866" y="177355"/>
                  </a:lnTo>
                  <a:cubicBezTo>
                    <a:pt x="52197" y="174212"/>
                    <a:pt x="35433" y="164592"/>
                    <a:pt x="22574" y="148495"/>
                  </a:cubicBezTo>
                  <a:cubicBezTo>
                    <a:pt x="9716" y="132493"/>
                    <a:pt x="3239" y="112966"/>
                    <a:pt x="3239" y="90106"/>
                  </a:cubicBezTo>
                  <a:cubicBezTo>
                    <a:pt x="3239" y="66580"/>
                    <a:pt x="11144" y="46291"/>
                    <a:pt x="27051" y="29146"/>
                  </a:cubicBezTo>
                  <a:cubicBezTo>
                    <a:pt x="45244" y="9715"/>
                    <a:pt x="68199" y="0"/>
                    <a:pt x="96203" y="0"/>
                  </a:cubicBezTo>
                  <a:close/>
                </a:path>
              </a:pathLst>
            </a:custGeom>
            <a:grpFill/>
            <a:ln w="9525" cap="flat">
              <a:noFill/>
              <a:prstDash val="solid"/>
              <a:miter/>
            </a:ln>
          </p:spPr>
          <p:txBody>
            <a:bodyPr rtlCol="0" anchor="ctr"/>
            <a:lstStyle/>
            <a:p>
              <a:endParaRPr lang="en-US"/>
            </a:p>
          </p:txBody>
        </p:sp>
      </p:grpSp>
      <p:grpSp>
        <p:nvGrpSpPr>
          <p:cNvPr id="11" name="Graphic 4">
            <a:extLst>
              <a:ext uri="{FF2B5EF4-FFF2-40B4-BE49-F238E27FC236}">
                <a16:creationId xmlns:a16="http://schemas.microsoft.com/office/drawing/2014/main" id="{981FF5D2-40D7-B048-B33B-B448FA5F16F4}"/>
              </a:ext>
            </a:extLst>
          </p:cNvPr>
          <p:cNvGrpSpPr/>
          <p:nvPr userDrawn="1"/>
        </p:nvGrpSpPr>
        <p:grpSpPr>
          <a:xfrm rot="10800000">
            <a:off x="10425627" y="5219700"/>
            <a:ext cx="1309173" cy="952500"/>
            <a:chOff x="1851964" y="2058769"/>
            <a:chExt cx="424433" cy="308800"/>
          </a:xfrm>
          <a:solidFill>
            <a:schemeClr val="bg2">
              <a:lumMod val="25000"/>
            </a:schemeClr>
          </a:solidFill>
        </p:grpSpPr>
        <p:sp>
          <p:nvSpPr>
            <p:cNvPr id="12" name="Freeform: Shape 11">
              <a:extLst>
                <a:ext uri="{FF2B5EF4-FFF2-40B4-BE49-F238E27FC236}">
                  <a16:creationId xmlns:a16="http://schemas.microsoft.com/office/drawing/2014/main" id="{95EF95A2-728D-A049-91DE-CDD3C11B4CB1}"/>
                </a:ext>
              </a:extLst>
            </p:cNvPr>
            <p:cNvSpPr/>
            <p:nvPr/>
          </p:nvSpPr>
          <p:spPr>
            <a:xfrm>
              <a:off x="1851964" y="2058769"/>
              <a:ext cx="196214" cy="308800"/>
            </a:xfrm>
            <a:custGeom>
              <a:avLst/>
              <a:gdLst>
                <a:gd name="connsiteX0" fmla="*/ 96202 w 196214"/>
                <a:gd name="connsiteY0" fmla="*/ 0 h 308800"/>
                <a:gd name="connsiteX1" fmla="*/ 166211 w 196214"/>
                <a:gd name="connsiteY1" fmla="*/ 31909 h 308800"/>
                <a:gd name="connsiteX2" fmla="*/ 188119 w 196214"/>
                <a:gd name="connsiteY2" fmla="*/ 67913 h 308800"/>
                <a:gd name="connsiteX3" fmla="*/ 196215 w 196214"/>
                <a:gd name="connsiteY3" fmla="*/ 110585 h 308800"/>
                <a:gd name="connsiteX4" fmla="*/ 166688 w 196214"/>
                <a:gd name="connsiteY4" fmla="*/ 202311 h 308800"/>
                <a:gd name="connsiteX5" fmla="*/ 87630 w 196214"/>
                <a:gd name="connsiteY5" fmla="*/ 281178 h 308800"/>
                <a:gd name="connsiteX6" fmla="*/ 21907 w 196214"/>
                <a:gd name="connsiteY6" fmla="*/ 308801 h 308800"/>
                <a:gd name="connsiteX7" fmla="*/ 6191 w 196214"/>
                <a:gd name="connsiteY7" fmla="*/ 303085 h 308800"/>
                <a:gd name="connsiteX8" fmla="*/ 0 w 196214"/>
                <a:gd name="connsiteY8" fmla="*/ 287846 h 308800"/>
                <a:gd name="connsiteX9" fmla="*/ 18098 w 196214"/>
                <a:gd name="connsiteY9" fmla="*/ 264033 h 308800"/>
                <a:gd name="connsiteX10" fmla="*/ 81439 w 196214"/>
                <a:gd name="connsiteY10" fmla="*/ 219742 h 308800"/>
                <a:gd name="connsiteX11" fmla="*/ 100489 w 196214"/>
                <a:gd name="connsiteY11" fmla="*/ 189738 h 308800"/>
                <a:gd name="connsiteX12" fmla="*/ 86201 w 196214"/>
                <a:gd name="connsiteY12" fmla="*/ 178784 h 308800"/>
                <a:gd name="connsiteX13" fmla="*/ 80010 w 196214"/>
                <a:gd name="connsiteY13" fmla="*/ 177832 h 308800"/>
                <a:gd name="connsiteX14" fmla="*/ 72866 w 196214"/>
                <a:gd name="connsiteY14" fmla="*/ 177355 h 308800"/>
                <a:gd name="connsiteX15" fmla="*/ 22574 w 196214"/>
                <a:gd name="connsiteY15" fmla="*/ 148495 h 308800"/>
                <a:gd name="connsiteX16" fmla="*/ 3238 w 196214"/>
                <a:gd name="connsiteY16" fmla="*/ 90106 h 308800"/>
                <a:gd name="connsiteX17" fmla="*/ 27051 w 196214"/>
                <a:gd name="connsiteY17" fmla="*/ 29146 h 308800"/>
                <a:gd name="connsiteX18" fmla="*/ 96202 w 196214"/>
                <a:gd name="connsiteY18" fmla="*/ 0 h 30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6214" h="308800">
                  <a:moveTo>
                    <a:pt x="96202" y="0"/>
                  </a:moveTo>
                  <a:cubicBezTo>
                    <a:pt x="123539" y="0"/>
                    <a:pt x="146876" y="10668"/>
                    <a:pt x="166211" y="31909"/>
                  </a:cubicBezTo>
                  <a:cubicBezTo>
                    <a:pt x="175451" y="41815"/>
                    <a:pt x="182689" y="53721"/>
                    <a:pt x="188119" y="67913"/>
                  </a:cubicBezTo>
                  <a:cubicBezTo>
                    <a:pt x="193548" y="82010"/>
                    <a:pt x="196215" y="96298"/>
                    <a:pt x="196215" y="110585"/>
                  </a:cubicBezTo>
                  <a:cubicBezTo>
                    <a:pt x="196215" y="140779"/>
                    <a:pt x="186404" y="171355"/>
                    <a:pt x="166688" y="202311"/>
                  </a:cubicBezTo>
                  <a:cubicBezTo>
                    <a:pt x="146971" y="233267"/>
                    <a:pt x="120587" y="259556"/>
                    <a:pt x="87630" y="281178"/>
                  </a:cubicBezTo>
                  <a:cubicBezTo>
                    <a:pt x="59722" y="299561"/>
                    <a:pt x="37719" y="308801"/>
                    <a:pt x="21907" y="308801"/>
                  </a:cubicBezTo>
                  <a:cubicBezTo>
                    <a:pt x="15526" y="308801"/>
                    <a:pt x="10287" y="306896"/>
                    <a:pt x="6191" y="303085"/>
                  </a:cubicBezTo>
                  <a:cubicBezTo>
                    <a:pt x="2095" y="299276"/>
                    <a:pt x="0" y="294227"/>
                    <a:pt x="0" y="287846"/>
                  </a:cubicBezTo>
                  <a:cubicBezTo>
                    <a:pt x="0" y="278321"/>
                    <a:pt x="6001" y="270415"/>
                    <a:pt x="18098" y="264033"/>
                  </a:cubicBezTo>
                  <a:cubicBezTo>
                    <a:pt x="46958" y="249079"/>
                    <a:pt x="68104" y="234315"/>
                    <a:pt x="81439" y="219742"/>
                  </a:cubicBezTo>
                  <a:cubicBezTo>
                    <a:pt x="94107" y="206121"/>
                    <a:pt x="100489" y="196120"/>
                    <a:pt x="100489" y="189738"/>
                  </a:cubicBezTo>
                  <a:cubicBezTo>
                    <a:pt x="100489" y="183737"/>
                    <a:pt x="95726" y="180023"/>
                    <a:pt x="86201" y="178784"/>
                  </a:cubicBezTo>
                  <a:lnTo>
                    <a:pt x="80010" y="177832"/>
                  </a:lnTo>
                  <a:lnTo>
                    <a:pt x="72866" y="177355"/>
                  </a:lnTo>
                  <a:cubicBezTo>
                    <a:pt x="52197" y="174212"/>
                    <a:pt x="35433" y="164592"/>
                    <a:pt x="22574" y="148495"/>
                  </a:cubicBezTo>
                  <a:cubicBezTo>
                    <a:pt x="9716" y="132493"/>
                    <a:pt x="3238" y="112966"/>
                    <a:pt x="3238" y="90106"/>
                  </a:cubicBezTo>
                  <a:cubicBezTo>
                    <a:pt x="3238" y="66580"/>
                    <a:pt x="11144" y="46291"/>
                    <a:pt x="27051" y="29146"/>
                  </a:cubicBezTo>
                  <a:cubicBezTo>
                    <a:pt x="45149" y="9715"/>
                    <a:pt x="68199" y="0"/>
                    <a:pt x="96202" y="0"/>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241BF97-F3E8-2C41-8D83-077454953A50}"/>
                </a:ext>
              </a:extLst>
            </p:cNvPr>
            <p:cNvSpPr/>
            <p:nvPr/>
          </p:nvSpPr>
          <p:spPr>
            <a:xfrm>
              <a:off x="2080183" y="2058769"/>
              <a:ext cx="196215" cy="308800"/>
            </a:xfrm>
            <a:custGeom>
              <a:avLst/>
              <a:gdLst>
                <a:gd name="connsiteX0" fmla="*/ 96203 w 196215"/>
                <a:gd name="connsiteY0" fmla="*/ 0 h 308800"/>
                <a:gd name="connsiteX1" fmla="*/ 166211 w 196215"/>
                <a:gd name="connsiteY1" fmla="*/ 31909 h 308800"/>
                <a:gd name="connsiteX2" fmla="*/ 188119 w 196215"/>
                <a:gd name="connsiteY2" fmla="*/ 67913 h 308800"/>
                <a:gd name="connsiteX3" fmla="*/ 196215 w 196215"/>
                <a:gd name="connsiteY3" fmla="*/ 110585 h 308800"/>
                <a:gd name="connsiteX4" fmla="*/ 166688 w 196215"/>
                <a:gd name="connsiteY4" fmla="*/ 202311 h 308800"/>
                <a:gd name="connsiteX5" fmla="*/ 87630 w 196215"/>
                <a:gd name="connsiteY5" fmla="*/ 281178 h 308800"/>
                <a:gd name="connsiteX6" fmla="*/ 21908 w 196215"/>
                <a:gd name="connsiteY6" fmla="*/ 308801 h 308800"/>
                <a:gd name="connsiteX7" fmla="*/ 6191 w 196215"/>
                <a:gd name="connsiteY7" fmla="*/ 303085 h 308800"/>
                <a:gd name="connsiteX8" fmla="*/ 0 w 196215"/>
                <a:gd name="connsiteY8" fmla="*/ 287846 h 308800"/>
                <a:gd name="connsiteX9" fmla="*/ 18097 w 196215"/>
                <a:gd name="connsiteY9" fmla="*/ 264033 h 308800"/>
                <a:gd name="connsiteX10" fmla="*/ 81439 w 196215"/>
                <a:gd name="connsiteY10" fmla="*/ 219742 h 308800"/>
                <a:gd name="connsiteX11" fmla="*/ 100489 w 196215"/>
                <a:gd name="connsiteY11" fmla="*/ 189738 h 308800"/>
                <a:gd name="connsiteX12" fmla="*/ 86201 w 196215"/>
                <a:gd name="connsiteY12" fmla="*/ 178784 h 308800"/>
                <a:gd name="connsiteX13" fmla="*/ 80010 w 196215"/>
                <a:gd name="connsiteY13" fmla="*/ 177832 h 308800"/>
                <a:gd name="connsiteX14" fmla="*/ 72866 w 196215"/>
                <a:gd name="connsiteY14" fmla="*/ 177355 h 308800"/>
                <a:gd name="connsiteX15" fmla="*/ 22574 w 196215"/>
                <a:gd name="connsiteY15" fmla="*/ 148495 h 308800"/>
                <a:gd name="connsiteX16" fmla="*/ 3239 w 196215"/>
                <a:gd name="connsiteY16" fmla="*/ 90106 h 308800"/>
                <a:gd name="connsiteX17" fmla="*/ 27051 w 196215"/>
                <a:gd name="connsiteY17" fmla="*/ 29146 h 308800"/>
                <a:gd name="connsiteX18" fmla="*/ 96203 w 196215"/>
                <a:gd name="connsiteY18" fmla="*/ 0 h 30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6215" h="308800">
                  <a:moveTo>
                    <a:pt x="96203" y="0"/>
                  </a:moveTo>
                  <a:cubicBezTo>
                    <a:pt x="123539" y="0"/>
                    <a:pt x="146876" y="10668"/>
                    <a:pt x="166211" y="31909"/>
                  </a:cubicBezTo>
                  <a:cubicBezTo>
                    <a:pt x="175451" y="41815"/>
                    <a:pt x="182689" y="53721"/>
                    <a:pt x="188119" y="67913"/>
                  </a:cubicBezTo>
                  <a:cubicBezTo>
                    <a:pt x="193548" y="82010"/>
                    <a:pt x="196215" y="96298"/>
                    <a:pt x="196215" y="110585"/>
                  </a:cubicBezTo>
                  <a:cubicBezTo>
                    <a:pt x="196215" y="140779"/>
                    <a:pt x="186404" y="171355"/>
                    <a:pt x="166688" y="202311"/>
                  </a:cubicBezTo>
                  <a:cubicBezTo>
                    <a:pt x="146971" y="233267"/>
                    <a:pt x="120587" y="259556"/>
                    <a:pt x="87630" y="281178"/>
                  </a:cubicBezTo>
                  <a:cubicBezTo>
                    <a:pt x="59627" y="299561"/>
                    <a:pt x="37719" y="308801"/>
                    <a:pt x="21908" y="308801"/>
                  </a:cubicBezTo>
                  <a:cubicBezTo>
                    <a:pt x="15526" y="308801"/>
                    <a:pt x="10287" y="306896"/>
                    <a:pt x="6191" y="303085"/>
                  </a:cubicBezTo>
                  <a:cubicBezTo>
                    <a:pt x="2095" y="299276"/>
                    <a:pt x="0" y="294227"/>
                    <a:pt x="0" y="287846"/>
                  </a:cubicBezTo>
                  <a:cubicBezTo>
                    <a:pt x="0" y="278321"/>
                    <a:pt x="6001" y="270415"/>
                    <a:pt x="18097" y="264033"/>
                  </a:cubicBezTo>
                  <a:cubicBezTo>
                    <a:pt x="46958" y="249079"/>
                    <a:pt x="68104" y="234315"/>
                    <a:pt x="81439" y="219742"/>
                  </a:cubicBezTo>
                  <a:cubicBezTo>
                    <a:pt x="94107" y="206121"/>
                    <a:pt x="100489" y="196120"/>
                    <a:pt x="100489" y="189738"/>
                  </a:cubicBezTo>
                  <a:cubicBezTo>
                    <a:pt x="100489" y="183737"/>
                    <a:pt x="95726" y="180023"/>
                    <a:pt x="86201" y="178784"/>
                  </a:cubicBezTo>
                  <a:lnTo>
                    <a:pt x="80010" y="177832"/>
                  </a:lnTo>
                  <a:lnTo>
                    <a:pt x="72866" y="177355"/>
                  </a:lnTo>
                  <a:cubicBezTo>
                    <a:pt x="52197" y="174212"/>
                    <a:pt x="35433" y="164592"/>
                    <a:pt x="22574" y="148495"/>
                  </a:cubicBezTo>
                  <a:cubicBezTo>
                    <a:pt x="9716" y="132493"/>
                    <a:pt x="3239" y="112966"/>
                    <a:pt x="3239" y="90106"/>
                  </a:cubicBezTo>
                  <a:cubicBezTo>
                    <a:pt x="3239" y="66580"/>
                    <a:pt x="11144" y="46291"/>
                    <a:pt x="27051" y="29146"/>
                  </a:cubicBezTo>
                  <a:cubicBezTo>
                    <a:pt x="45244" y="9715"/>
                    <a:pt x="68199" y="0"/>
                    <a:pt x="96203" y="0"/>
                  </a:cubicBezTo>
                  <a:close/>
                </a:path>
              </a:pathLst>
            </a:custGeom>
            <a:grpFill/>
            <a:ln w="9525" cap="flat">
              <a:noFill/>
              <a:prstDash val="solid"/>
              <a:miter/>
            </a:ln>
          </p:spPr>
          <p:txBody>
            <a:bodyPr rtlCol="0" anchor="ctr"/>
            <a:lstStyle/>
            <a:p>
              <a:endParaRPr lang="en-US"/>
            </a:p>
          </p:txBody>
        </p:sp>
      </p:grpSp>
      <p:sp>
        <p:nvSpPr>
          <p:cNvPr id="15" name="Text Placeholder 14">
            <a:extLst>
              <a:ext uri="{FF2B5EF4-FFF2-40B4-BE49-F238E27FC236}">
                <a16:creationId xmlns:a16="http://schemas.microsoft.com/office/drawing/2014/main" id="{B1B4BAB6-FAAD-BA41-8450-398BD1279B5F}"/>
              </a:ext>
            </a:extLst>
          </p:cNvPr>
          <p:cNvSpPr>
            <a:spLocks noGrp="1"/>
          </p:cNvSpPr>
          <p:nvPr>
            <p:ph type="body" sz="quarter" idx="10"/>
          </p:nvPr>
        </p:nvSpPr>
        <p:spPr>
          <a:xfrm>
            <a:off x="7226808" y="4620894"/>
            <a:ext cx="2822067" cy="257250"/>
          </a:xfrm>
        </p:spPr>
        <p:txBody>
          <a:bodyPr>
            <a:spAutoFit/>
          </a:bodyPr>
          <a:lstStyle>
            <a:lvl1pPr algn="r">
              <a:defRPr sz="1600" b="1">
                <a:solidFill>
                  <a:schemeClr val="accent2"/>
                </a:solidFill>
              </a:defRPr>
            </a:lvl1pPr>
            <a:lvl2pPr marL="457200" indent="0">
              <a:buNone/>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Click to edit Master text styles</a:t>
            </a:r>
            <a:endParaRPr lang="ru-RU"/>
          </a:p>
        </p:txBody>
      </p:sp>
    </p:spTree>
    <p:extLst>
      <p:ext uri="{BB962C8B-B14F-4D97-AF65-F5344CB8AC3E}">
        <p14:creationId xmlns:p14="http://schemas.microsoft.com/office/powerpoint/2010/main" val="93384312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Full Pic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BE84340-BD33-8E44-99AA-69963886122B}"/>
              </a:ext>
            </a:extLst>
          </p:cNvPr>
          <p:cNvSpPr>
            <a:spLocks noGrp="1"/>
          </p:cNvSpPr>
          <p:nvPr>
            <p:ph type="pic" sz="quarter" idx="10"/>
          </p:nvPr>
        </p:nvSpPr>
        <p:spPr>
          <a:xfrm>
            <a:off x="0" y="0"/>
            <a:ext cx="12192000" cy="6858000"/>
          </a:xfrm>
        </p:spPr>
        <p:txBody>
          <a:bodyPr/>
          <a:lstStyle/>
          <a:p>
            <a:endParaRPr lang="en-US"/>
          </a:p>
        </p:txBody>
      </p:sp>
    </p:spTree>
    <p:extLst>
      <p:ext uri="{BB962C8B-B14F-4D97-AF65-F5344CB8AC3E}">
        <p14:creationId xmlns:p14="http://schemas.microsoft.com/office/powerpoint/2010/main" val="311777308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rgbClr val="FF8500"/>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631137FB-F149-DD41-B765-24A58A85DED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791291" y="1024301"/>
            <a:ext cx="609419" cy="545269"/>
          </a:xfrm>
          <a:prstGeom prst="rect">
            <a:avLst/>
          </a:prstGeom>
        </p:spPr>
      </p:pic>
      <p:sp>
        <p:nvSpPr>
          <p:cNvPr id="4" name="Title 4">
            <a:extLst>
              <a:ext uri="{FF2B5EF4-FFF2-40B4-BE49-F238E27FC236}">
                <a16:creationId xmlns:a16="http://schemas.microsoft.com/office/drawing/2014/main" id="{952A47A2-EF74-7B4A-948B-354D8CBA8096}"/>
              </a:ext>
            </a:extLst>
          </p:cNvPr>
          <p:cNvSpPr txBox="1">
            <a:spLocks/>
          </p:cNvSpPr>
          <p:nvPr userDrawn="1"/>
        </p:nvSpPr>
        <p:spPr>
          <a:xfrm>
            <a:off x="3894218" y="1786378"/>
            <a:ext cx="4403565" cy="738664"/>
          </a:xfrm>
          <a:prstGeom prst="rect">
            <a:avLst/>
          </a:prstGeom>
        </p:spPr>
        <p:txBody>
          <a:bodyPr lIns="0" tIns="0" rIns="0" bIns="0">
            <a:spAutoFit/>
          </a:bodyPr>
          <a:lstStyle>
            <a:lvl1pPr algn="l" defTabSz="914400" rtl="0" eaLnBrk="1" latinLnBrk="0" hangingPunct="1">
              <a:lnSpc>
                <a:spcPct val="100000"/>
              </a:lnSpc>
              <a:spcBef>
                <a:spcPct val="0"/>
              </a:spcBef>
              <a:buNone/>
              <a:defRPr sz="2200" b="1" i="0" kern="1200">
                <a:solidFill>
                  <a:schemeClr val="tx1"/>
                </a:solidFill>
                <a:latin typeface="+mj-lt"/>
                <a:ea typeface="Calibri" panose="020F0502020204030204" pitchFamily="34" charset="0"/>
                <a:cs typeface="Calibri" panose="020F0502020204030204" pitchFamily="34" charset="0"/>
              </a:defRPr>
            </a:lvl1pPr>
          </a:lstStyle>
          <a:p>
            <a:pPr algn="ctr"/>
            <a:r>
              <a:rPr lang="en-US" sz="4800">
                <a:solidFill>
                  <a:schemeClr val="lt1"/>
                </a:solidFill>
              </a:rPr>
              <a:t>Disclaimer</a:t>
            </a:r>
          </a:p>
        </p:txBody>
      </p:sp>
      <p:sp>
        <p:nvSpPr>
          <p:cNvPr id="5" name="Rectangle 4">
            <a:extLst>
              <a:ext uri="{FF2B5EF4-FFF2-40B4-BE49-F238E27FC236}">
                <a16:creationId xmlns:a16="http://schemas.microsoft.com/office/drawing/2014/main" id="{5C14BDE5-32F5-E643-A4FF-D09A52DA71E1}"/>
              </a:ext>
            </a:extLst>
          </p:cNvPr>
          <p:cNvSpPr/>
          <p:nvPr userDrawn="1"/>
        </p:nvSpPr>
        <p:spPr>
          <a:xfrm>
            <a:off x="2573605" y="5025323"/>
            <a:ext cx="7044791" cy="1146877"/>
          </a:xfrm>
          <a:prstGeom prst="rect">
            <a:avLst/>
          </a:prstGeom>
          <a:noFill/>
          <a:ln>
            <a:solidFill>
              <a:schemeClr val="accent3">
                <a:lumMod val="20000"/>
                <a:lumOff val="80000"/>
              </a:schemeClr>
            </a:solidFill>
          </a:ln>
          <a:extLst>
            <a:ext uri="{909E8E84-426E-40DD-AFC4-6F175D3DCCD1}">
              <a14:hiddenFill xmlns:a14="http://schemas.microsoft.com/office/drawing/2010/main">
                <a:solidFill>
                  <a:schemeClr val="bg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spcAft>
                <a:spcPts val="600"/>
              </a:spcAft>
              <a:defRPr/>
            </a:pPr>
            <a:r>
              <a:rPr lang="en-US" sz="1600" b="1">
                <a:solidFill>
                  <a:schemeClr val="accent3">
                    <a:lumMod val="40000"/>
                    <a:lumOff val="60000"/>
                  </a:schemeClr>
                </a:solidFill>
                <a:latin typeface="Calibri"/>
              </a:rPr>
              <a:t>This presentation was downloaded from Presales Stories. </a:t>
            </a:r>
          </a:p>
          <a:p>
            <a:pPr algn="ctr" defTabSz="914354">
              <a:defRPr/>
            </a:pPr>
            <a:r>
              <a:rPr lang="en-US" sz="1600" b="1">
                <a:solidFill>
                  <a:schemeClr val="accent3">
                    <a:lumMod val="40000"/>
                    <a:lumOff val="60000"/>
                  </a:schemeClr>
                </a:solidFill>
                <a:latin typeface="Calibri"/>
              </a:rPr>
              <a:t>Discover more content about EPAM’s Capabilities at </a:t>
            </a:r>
            <a:br>
              <a:rPr lang="en-US" sz="1600" b="1">
                <a:solidFill>
                  <a:schemeClr val="accent3">
                    <a:lumMod val="40000"/>
                    <a:lumOff val="60000"/>
                  </a:schemeClr>
                </a:solidFill>
                <a:latin typeface="Calibri"/>
              </a:rPr>
            </a:br>
            <a:r>
              <a:rPr lang="en-US" sz="1600" b="1" u="sng">
                <a:solidFill>
                  <a:schemeClr val="accent3">
                    <a:lumMod val="40000"/>
                    <a:lumOff val="60000"/>
                  </a:schemeClr>
                </a:solidFill>
                <a:latin typeface="Calibri"/>
                <a:hlinkClick r:id="rId4">
                  <a:extLst>
                    <a:ext uri="{A12FA001-AC4F-418D-AE19-62706E023703}">
                      <ahyp:hlinkClr xmlns:ahyp="http://schemas.microsoft.com/office/drawing/2018/hyperlinkcolor" val="tx"/>
                    </a:ext>
                  </a:extLst>
                </a:hlinkClick>
              </a:rPr>
              <a:t>https://epa.ms/stories</a:t>
            </a:r>
            <a:endParaRPr lang="en-US" sz="1600" b="1">
              <a:solidFill>
                <a:schemeClr val="accent3">
                  <a:lumMod val="40000"/>
                  <a:lumOff val="60000"/>
                </a:schemeClr>
              </a:solidFill>
              <a:latin typeface="Calibri"/>
            </a:endParaRPr>
          </a:p>
        </p:txBody>
      </p:sp>
      <p:sp>
        <p:nvSpPr>
          <p:cNvPr id="6" name="Title 4">
            <a:extLst>
              <a:ext uri="{FF2B5EF4-FFF2-40B4-BE49-F238E27FC236}">
                <a16:creationId xmlns:a16="http://schemas.microsoft.com/office/drawing/2014/main" id="{B01F7317-9450-7F4E-8CF4-A6FAE6DBDD15}"/>
              </a:ext>
            </a:extLst>
          </p:cNvPr>
          <p:cNvSpPr txBox="1">
            <a:spLocks/>
          </p:cNvSpPr>
          <p:nvPr userDrawn="1"/>
        </p:nvSpPr>
        <p:spPr>
          <a:xfrm>
            <a:off x="2901517" y="2834448"/>
            <a:ext cx="6388966" cy="1604735"/>
          </a:xfrm>
          <a:prstGeom prst="rect">
            <a:avLst/>
          </a:prstGeom>
        </p:spPr>
        <p:txBody>
          <a:bodyPr wrap="square" lIns="0" tIns="0" rIns="0" bIns="0">
            <a:spAutoFit/>
          </a:bodyPr>
          <a:lstStyle>
            <a:lvl1pPr algn="l" defTabSz="914400" rtl="0" eaLnBrk="1" latinLnBrk="0" hangingPunct="1">
              <a:lnSpc>
                <a:spcPct val="100000"/>
              </a:lnSpc>
              <a:spcBef>
                <a:spcPct val="0"/>
              </a:spcBef>
              <a:buNone/>
              <a:defRPr sz="2200" b="1" i="0" kern="1200">
                <a:solidFill>
                  <a:schemeClr val="tx1"/>
                </a:solidFill>
                <a:latin typeface="+mj-lt"/>
                <a:ea typeface="Calibri" panose="020F0502020204030204" pitchFamily="34" charset="0"/>
                <a:cs typeface="Calibri" panose="020F0502020204030204" pitchFamily="34" charset="0"/>
              </a:defRPr>
            </a:lvl1pPr>
          </a:lstStyle>
          <a:p>
            <a:pPr algn="ctr">
              <a:lnSpc>
                <a:spcPct val="150000"/>
              </a:lnSpc>
            </a:pPr>
            <a:r>
              <a:rPr lang="en-US" sz="2400" b="0">
                <a:solidFill>
                  <a:schemeClr val="bg1"/>
                </a:solidFill>
                <a:latin typeface="Calibri Light" panose="020F0302020204030204" pitchFamily="34" charset="0"/>
              </a:rPr>
              <a:t>All provided material can only be used under NDA</a:t>
            </a:r>
            <a:br>
              <a:rPr lang="en-US" sz="2400" b="0">
                <a:solidFill>
                  <a:schemeClr val="bg1"/>
                </a:solidFill>
                <a:latin typeface="Calibri Light" panose="020F0302020204030204" pitchFamily="34" charset="0"/>
              </a:rPr>
            </a:br>
            <a:r>
              <a:rPr lang="en-US" sz="2400" b="0">
                <a:solidFill>
                  <a:schemeClr val="bg1"/>
                </a:solidFill>
                <a:latin typeface="Calibri Light" panose="020F0302020204030204" pitchFamily="34" charset="0"/>
              </a:rPr>
              <a:t>Slides can Contain Confidential Notes</a:t>
            </a:r>
            <a:br>
              <a:rPr lang="en-US" sz="2400" b="0">
                <a:solidFill>
                  <a:schemeClr val="bg1"/>
                </a:solidFill>
                <a:latin typeface="Calibri Light" panose="020F0302020204030204" pitchFamily="34" charset="0"/>
              </a:rPr>
            </a:br>
            <a:r>
              <a:rPr lang="en-US" sz="2400" b="0">
                <a:solidFill>
                  <a:schemeClr val="bg1"/>
                </a:solidFill>
                <a:latin typeface="Calibri Light" panose="020F0302020204030204" pitchFamily="34" charset="0"/>
              </a:rPr>
              <a:t>Don’t Share As PPT</a:t>
            </a:r>
          </a:p>
        </p:txBody>
      </p:sp>
    </p:spTree>
    <p:extLst>
      <p:ext uri="{BB962C8B-B14F-4D97-AF65-F5344CB8AC3E}">
        <p14:creationId xmlns:p14="http://schemas.microsoft.com/office/powerpoint/2010/main" val="25266534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2D1CE3-09AB-4B8F-B4EA-802DA1F8168A}"/>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2">
            <a:extLst>
              <a:ext uri="{FF2B5EF4-FFF2-40B4-BE49-F238E27FC236}">
                <a16:creationId xmlns:a16="http://schemas.microsoft.com/office/drawing/2014/main" id="{BDF03CD9-50C7-44B7-B928-FC1A6F91398C}"/>
              </a:ext>
            </a:extLst>
          </p:cNvPr>
          <p:cNvSpPr>
            <a:spLocks noGrp="1"/>
          </p:cNvSpPr>
          <p:nvPr>
            <p:ph type="title" hasCustomPrompt="1"/>
          </p:nvPr>
        </p:nvSpPr>
        <p:spPr>
          <a:xfrm>
            <a:off x="457201" y="2875002"/>
            <a:ext cx="5530850" cy="1107996"/>
          </a:xfrm>
        </p:spPr>
        <p:txBody>
          <a:bodyPr wrap="square">
            <a:spAutoFit/>
          </a:bodyPr>
          <a:lstStyle>
            <a:lvl1pPr>
              <a:defRPr sz="7200">
                <a:solidFill>
                  <a:schemeClr val="accent2"/>
                </a:solidFill>
                <a:latin typeface="Calibri Light" panose="020F0302020204030204" pitchFamily="34" charset="0"/>
                <a:cs typeface="Calibri Light" panose="020F0302020204030204" pitchFamily="34" charset="0"/>
              </a:defRPr>
            </a:lvl1pPr>
          </a:lstStyle>
          <a:p>
            <a:r>
              <a:rPr lang="en-US"/>
              <a:t>Thank you!</a:t>
            </a:r>
          </a:p>
        </p:txBody>
      </p:sp>
      <p:sp>
        <p:nvSpPr>
          <p:cNvPr id="6" name="Text Placeholder 5">
            <a:extLst>
              <a:ext uri="{FF2B5EF4-FFF2-40B4-BE49-F238E27FC236}">
                <a16:creationId xmlns:a16="http://schemas.microsoft.com/office/drawing/2014/main" id="{1633460F-F216-4161-81D4-61770D44485A}"/>
              </a:ext>
            </a:extLst>
          </p:cNvPr>
          <p:cNvSpPr>
            <a:spLocks noGrp="1"/>
          </p:cNvSpPr>
          <p:nvPr>
            <p:ph type="body" sz="quarter" idx="10" hasCustomPrompt="1"/>
          </p:nvPr>
        </p:nvSpPr>
        <p:spPr>
          <a:xfrm>
            <a:off x="7907338" y="2286000"/>
            <a:ext cx="3827462" cy="257250"/>
          </a:xfrm>
          <a:prstGeom prst="rect">
            <a:avLst/>
          </a:prstGeom>
        </p:spPr>
        <p:txBody>
          <a:bodyPr>
            <a:spAutoFit/>
          </a:bodyPr>
          <a:lstStyle>
            <a:lvl1pPr>
              <a:defRPr sz="1600">
                <a:solidFill>
                  <a:schemeClr val="bg1"/>
                </a:solidFill>
              </a:defRPr>
            </a:lvl1pPr>
          </a:lstStyle>
          <a:p>
            <a:pPr lvl="0"/>
            <a:r>
              <a:rPr lang="en-US">
                <a:effectLst/>
              </a:rPr>
              <a:t>For more information, contact</a:t>
            </a:r>
            <a:endParaRPr lang="en-US"/>
          </a:p>
        </p:txBody>
      </p:sp>
      <p:sp>
        <p:nvSpPr>
          <p:cNvPr id="9" name="Text Placeholder 5">
            <a:extLst>
              <a:ext uri="{FF2B5EF4-FFF2-40B4-BE49-F238E27FC236}">
                <a16:creationId xmlns:a16="http://schemas.microsoft.com/office/drawing/2014/main" id="{183A137D-51C1-42BD-8E6A-5A17CA8E69F1}"/>
              </a:ext>
            </a:extLst>
          </p:cNvPr>
          <p:cNvSpPr>
            <a:spLocks noGrp="1"/>
          </p:cNvSpPr>
          <p:nvPr>
            <p:ph type="body" sz="quarter" idx="11" hasCustomPrompt="1"/>
          </p:nvPr>
        </p:nvSpPr>
        <p:spPr>
          <a:xfrm>
            <a:off x="7907338" y="2746674"/>
            <a:ext cx="3827462" cy="289438"/>
          </a:xfrm>
          <a:prstGeom prst="rect">
            <a:avLst/>
          </a:prstGeom>
        </p:spPr>
        <p:txBody>
          <a:bodyPr>
            <a:spAutoFit/>
          </a:bodyPr>
          <a:lstStyle>
            <a:lvl1pPr>
              <a:defRPr sz="1800" b="1">
                <a:solidFill>
                  <a:schemeClr val="bg1"/>
                </a:solidFill>
                <a:latin typeface="+mn-lt"/>
              </a:defRPr>
            </a:lvl1pPr>
          </a:lstStyle>
          <a:p>
            <a:pPr lvl="0"/>
            <a:r>
              <a:rPr lang="en-US">
                <a:effectLst/>
              </a:rPr>
              <a:t>Insert Name</a:t>
            </a:r>
            <a:endParaRPr lang="en-US"/>
          </a:p>
        </p:txBody>
      </p:sp>
      <p:sp>
        <p:nvSpPr>
          <p:cNvPr id="10" name="Text Placeholder 5">
            <a:extLst>
              <a:ext uri="{FF2B5EF4-FFF2-40B4-BE49-F238E27FC236}">
                <a16:creationId xmlns:a16="http://schemas.microsoft.com/office/drawing/2014/main" id="{788F9D7D-61B7-4023-A90A-331ABB6016CE}"/>
              </a:ext>
            </a:extLst>
          </p:cNvPr>
          <p:cNvSpPr>
            <a:spLocks noGrp="1"/>
          </p:cNvSpPr>
          <p:nvPr>
            <p:ph type="body" sz="quarter" idx="12" hasCustomPrompt="1"/>
          </p:nvPr>
        </p:nvSpPr>
        <p:spPr>
          <a:xfrm>
            <a:off x="7907338" y="3039391"/>
            <a:ext cx="3827462" cy="225126"/>
          </a:xfrm>
          <a:prstGeom prst="rect">
            <a:avLst/>
          </a:prstGeom>
        </p:spPr>
        <p:txBody>
          <a:bodyPr>
            <a:spAutoFit/>
          </a:bodyPr>
          <a:lstStyle>
            <a:lvl1pPr>
              <a:defRPr sz="1400">
                <a:solidFill>
                  <a:schemeClr val="bg1"/>
                </a:solidFill>
              </a:defRPr>
            </a:lvl1pPr>
          </a:lstStyle>
          <a:p>
            <a:pPr lvl="0"/>
            <a:r>
              <a:rPr lang="en-US">
                <a:effectLst/>
              </a:rPr>
              <a:t>Insert Job Title</a:t>
            </a:r>
            <a:endParaRPr lang="en-US"/>
          </a:p>
        </p:txBody>
      </p:sp>
      <p:sp>
        <p:nvSpPr>
          <p:cNvPr id="11" name="Text Placeholder 5">
            <a:extLst>
              <a:ext uri="{FF2B5EF4-FFF2-40B4-BE49-F238E27FC236}">
                <a16:creationId xmlns:a16="http://schemas.microsoft.com/office/drawing/2014/main" id="{B5F31C29-0270-444C-AB5B-F5F8275A4E72}"/>
              </a:ext>
            </a:extLst>
          </p:cNvPr>
          <p:cNvSpPr>
            <a:spLocks noGrp="1"/>
          </p:cNvSpPr>
          <p:nvPr>
            <p:ph type="body" sz="quarter" idx="13" hasCustomPrompt="1"/>
          </p:nvPr>
        </p:nvSpPr>
        <p:spPr>
          <a:xfrm>
            <a:off x="7907338" y="3661074"/>
            <a:ext cx="3827462" cy="225126"/>
          </a:xfrm>
          <a:prstGeom prst="rect">
            <a:avLst/>
          </a:prstGeom>
        </p:spPr>
        <p:txBody>
          <a:bodyPr>
            <a:spAutoFit/>
          </a:bodyPr>
          <a:lstStyle>
            <a:lvl1pPr>
              <a:defRPr sz="1400">
                <a:solidFill>
                  <a:schemeClr val="bg1"/>
                </a:solidFill>
              </a:defRPr>
            </a:lvl1pPr>
          </a:lstStyle>
          <a:p>
            <a:pPr lvl="0"/>
            <a:r>
              <a:rPr lang="en-US">
                <a:effectLst/>
              </a:rPr>
              <a:t>Insert email</a:t>
            </a:r>
            <a:endParaRPr lang="en-US"/>
          </a:p>
        </p:txBody>
      </p:sp>
      <p:sp>
        <p:nvSpPr>
          <p:cNvPr id="12" name="Text Placeholder 5">
            <a:extLst>
              <a:ext uri="{FF2B5EF4-FFF2-40B4-BE49-F238E27FC236}">
                <a16:creationId xmlns:a16="http://schemas.microsoft.com/office/drawing/2014/main" id="{0B6A5DF8-022B-46A9-9257-DAA098142E51}"/>
              </a:ext>
            </a:extLst>
          </p:cNvPr>
          <p:cNvSpPr>
            <a:spLocks noGrp="1"/>
          </p:cNvSpPr>
          <p:nvPr>
            <p:ph type="body" sz="quarter" idx="14" hasCustomPrompt="1"/>
          </p:nvPr>
        </p:nvSpPr>
        <p:spPr>
          <a:xfrm>
            <a:off x="7907338" y="3948004"/>
            <a:ext cx="3827462" cy="225126"/>
          </a:xfrm>
          <a:prstGeom prst="rect">
            <a:avLst/>
          </a:prstGeom>
        </p:spPr>
        <p:txBody>
          <a:bodyPr>
            <a:spAutoFit/>
          </a:bodyPr>
          <a:lstStyle>
            <a:lvl1pPr>
              <a:defRPr sz="1400">
                <a:solidFill>
                  <a:schemeClr val="bg1"/>
                </a:solidFill>
              </a:defRPr>
            </a:lvl1pPr>
          </a:lstStyle>
          <a:p>
            <a:pPr lvl="0"/>
            <a:r>
              <a:rPr lang="en-US">
                <a:effectLst/>
              </a:rPr>
              <a:t>+1 000 000 000</a:t>
            </a:r>
            <a:endParaRPr lang="en-US"/>
          </a:p>
        </p:txBody>
      </p:sp>
      <p:sp>
        <p:nvSpPr>
          <p:cNvPr id="13" name="Text Placeholder 5">
            <a:extLst>
              <a:ext uri="{FF2B5EF4-FFF2-40B4-BE49-F238E27FC236}">
                <a16:creationId xmlns:a16="http://schemas.microsoft.com/office/drawing/2014/main" id="{7CF17201-04E3-48ED-9077-B42ECD88DB79}"/>
              </a:ext>
            </a:extLst>
          </p:cNvPr>
          <p:cNvSpPr>
            <a:spLocks noGrp="1"/>
          </p:cNvSpPr>
          <p:nvPr>
            <p:ph type="body" sz="quarter" idx="15" hasCustomPrompt="1"/>
          </p:nvPr>
        </p:nvSpPr>
        <p:spPr>
          <a:xfrm>
            <a:off x="7907338" y="4572000"/>
            <a:ext cx="3827462" cy="1173078"/>
          </a:xfrm>
          <a:prstGeom prst="rect">
            <a:avLst/>
          </a:prstGeom>
        </p:spPr>
        <p:txBody>
          <a:bodyPr>
            <a:spAutoFit/>
          </a:bodyPr>
          <a:lstStyle>
            <a:lvl1pPr>
              <a:defRPr sz="1400">
                <a:solidFill>
                  <a:schemeClr val="bg1"/>
                </a:solidFill>
              </a:defRPr>
            </a:lvl1pPr>
          </a:lstStyle>
          <a:p>
            <a:pPr lvl="0"/>
            <a:r>
              <a:rPr lang="en-US">
                <a:effectLst/>
              </a:rPr>
              <a:t>Address line 1</a:t>
            </a:r>
            <a:br>
              <a:rPr lang="en-US">
                <a:effectLst/>
              </a:rPr>
            </a:br>
            <a:r>
              <a:rPr lang="en-US">
                <a:effectLst/>
              </a:rPr>
              <a:t>Address line 2</a:t>
            </a:r>
            <a:br>
              <a:rPr lang="en-US">
                <a:effectLst/>
              </a:rPr>
            </a:br>
            <a:r>
              <a:rPr lang="en-US">
                <a:effectLst/>
              </a:rPr>
              <a:t>Address line 3</a:t>
            </a:r>
            <a:br>
              <a:rPr lang="en-US">
                <a:effectLst/>
              </a:rPr>
            </a:br>
            <a:r>
              <a:rPr lang="en-US">
                <a:effectLst/>
              </a:rPr>
              <a:t>Zip code</a:t>
            </a:r>
            <a:br>
              <a:rPr lang="en-US">
                <a:effectLst/>
              </a:rPr>
            </a:br>
            <a:r>
              <a:rPr lang="en-US">
                <a:effectLst/>
              </a:rPr>
              <a:t>Country</a:t>
            </a:r>
            <a:endParaRPr lang="en-US"/>
          </a:p>
        </p:txBody>
      </p:sp>
      <p:cxnSp>
        <p:nvCxnSpPr>
          <p:cNvPr id="15" name="Straight Connector 14">
            <a:extLst>
              <a:ext uri="{FF2B5EF4-FFF2-40B4-BE49-F238E27FC236}">
                <a16:creationId xmlns:a16="http://schemas.microsoft.com/office/drawing/2014/main" id="{654B6A1A-ED6A-490A-AA56-15684042F07D}"/>
              </a:ext>
            </a:extLst>
          </p:cNvPr>
          <p:cNvCxnSpPr/>
          <p:nvPr userDrawn="1"/>
        </p:nvCxnSpPr>
        <p:spPr>
          <a:xfrm>
            <a:off x="6946900" y="2286000"/>
            <a:ext cx="0" cy="3534697"/>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4" name="Graphic 3">
            <a:extLst>
              <a:ext uri="{FF2B5EF4-FFF2-40B4-BE49-F238E27FC236}">
                <a16:creationId xmlns:a16="http://schemas.microsoft.com/office/drawing/2014/main" id="{0681FC57-5C71-4F5A-AB2F-52FF92CEB41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1585995248"/>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hank you-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2D1CE3-09AB-4B8F-B4EA-802DA1F8168A}"/>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2">
            <a:extLst>
              <a:ext uri="{FF2B5EF4-FFF2-40B4-BE49-F238E27FC236}">
                <a16:creationId xmlns:a16="http://schemas.microsoft.com/office/drawing/2014/main" id="{BDF03CD9-50C7-44B7-B928-FC1A6F91398C}"/>
              </a:ext>
            </a:extLst>
          </p:cNvPr>
          <p:cNvSpPr>
            <a:spLocks noGrp="1"/>
          </p:cNvSpPr>
          <p:nvPr>
            <p:ph type="title" hasCustomPrompt="1"/>
          </p:nvPr>
        </p:nvSpPr>
        <p:spPr>
          <a:xfrm>
            <a:off x="457201" y="1181100"/>
            <a:ext cx="4426771" cy="1107996"/>
          </a:xfrm>
        </p:spPr>
        <p:txBody>
          <a:bodyPr wrap="square">
            <a:spAutoFit/>
          </a:bodyPr>
          <a:lstStyle>
            <a:lvl1pPr>
              <a:defRPr sz="7200">
                <a:solidFill>
                  <a:schemeClr val="accent2"/>
                </a:solidFill>
                <a:latin typeface="Calibri Light" panose="020F0302020204030204" pitchFamily="34" charset="0"/>
                <a:cs typeface="Calibri Light" panose="020F0302020204030204" pitchFamily="34" charset="0"/>
              </a:defRPr>
            </a:lvl1pPr>
          </a:lstStyle>
          <a:p>
            <a:r>
              <a:rPr lang="en-US"/>
              <a:t>Thank you!</a:t>
            </a:r>
          </a:p>
        </p:txBody>
      </p:sp>
      <p:sp>
        <p:nvSpPr>
          <p:cNvPr id="6" name="Text Placeholder 5">
            <a:extLst>
              <a:ext uri="{FF2B5EF4-FFF2-40B4-BE49-F238E27FC236}">
                <a16:creationId xmlns:a16="http://schemas.microsoft.com/office/drawing/2014/main" id="{1633460F-F216-4161-81D4-61770D44485A}"/>
              </a:ext>
            </a:extLst>
          </p:cNvPr>
          <p:cNvSpPr>
            <a:spLocks noGrp="1"/>
          </p:cNvSpPr>
          <p:nvPr>
            <p:ph type="body" sz="quarter" idx="10" hasCustomPrompt="1"/>
          </p:nvPr>
        </p:nvSpPr>
        <p:spPr>
          <a:xfrm>
            <a:off x="474663" y="2717434"/>
            <a:ext cx="3827462" cy="257250"/>
          </a:xfrm>
          <a:prstGeom prst="rect">
            <a:avLst/>
          </a:prstGeom>
        </p:spPr>
        <p:txBody>
          <a:bodyPr>
            <a:spAutoFit/>
          </a:bodyPr>
          <a:lstStyle>
            <a:lvl1pPr>
              <a:defRPr sz="1600">
                <a:solidFill>
                  <a:schemeClr val="bg1"/>
                </a:solidFill>
              </a:defRPr>
            </a:lvl1pPr>
          </a:lstStyle>
          <a:p>
            <a:pPr lvl="0"/>
            <a:r>
              <a:rPr lang="en-US">
                <a:effectLst/>
              </a:rPr>
              <a:t>For more information, contact</a:t>
            </a:r>
            <a:endParaRPr lang="en-US"/>
          </a:p>
        </p:txBody>
      </p:sp>
      <p:sp>
        <p:nvSpPr>
          <p:cNvPr id="9" name="Text Placeholder 5">
            <a:extLst>
              <a:ext uri="{FF2B5EF4-FFF2-40B4-BE49-F238E27FC236}">
                <a16:creationId xmlns:a16="http://schemas.microsoft.com/office/drawing/2014/main" id="{183A137D-51C1-42BD-8E6A-5A17CA8E69F1}"/>
              </a:ext>
            </a:extLst>
          </p:cNvPr>
          <p:cNvSpPr>
            <a:spLocks noGrp="1"/>
          </p:cNvSpPr>
          <p:nvPr>
            <p:ph type="body" sz="quarter" idx="11" hasCustomPrompt="1"/>
          </p:nvPr>
        </p:nvSpPr>
        <p:spPr>
          <a:xfrm>
            <a:off x="474663" y="3178108"/>
            <a:ext cx="3827462" cy="289438"/>
          </a:xfrm>
          <a:prstGeom prst="rect">
            <a:avLst/>
          </a:prstGeom>
        </p:spPr>
        <p:txBody>
          <a:bodyPr>
            <a:spAutoFit/>
          </a:bodyPr>
          <a:lstStyle>
            <a:lvl1pPr>
              <a:defRPr sz="1800" b="1">
                <a:solidFill>
                  <a:schemeClr val="bg1"/>
                </a:solidFill>
                <a:latin typeface="+mn-lt"/>
              </a:defRPr>
            </a:lvl1pPr>
          </a:lstStyle>
          <a:p>
            <a:pPr lvl="0"/>
            <a:r>
              <a:rPr lang="en-US">
                <a:effectLst/>
              </a:rPr>
              <a:t>Insert Name</a:t>
            </a:r>
            <a:endParaRPr lang="en-US"/>
          </a:p>
        </p:txBody>
      </p:sp>
      <p:sp>
        <p:nvSpPr>
          <p:cNvPr id="10" name="Text Placeholder 5">
            <a:extLst>
              <a:ext uri="{FF2B5EF4-FFF2-40B4-BE49-F238E27FC236}">
                <a16:creationId xmlns:a16="http://schemas.microsoft.com/office/drawing/2014/main" id="{788F9D7D-61B7-4023-A90A-331ABB6016CE}"/>
              </a:ext>
            </a:extLst>
          </p:cNvPr>
          <p:cNvSpPr>
            <a:spLocks noGrp="1"/>
          </p:cNvSpPr>
          <p:nvPr>
            <p:ph type="body" sz="quarter" idx="12" hasCustomPrompt="1"/>
          </p:nvPr>
        </p:nvSpPr>
        <p:spPr>
          <a:xfrm>
            <a:off x="474663" y="3470825"/>
            <a:ext cx="3827462" cy="225126"/>
          </a:xfrm>
          <a:prstGeom prst="rect">
            <a:avLst/>
          </a:prstGeom>
        </p:spPr>
        <p:txBody>
          <a:bodyPr>
            <a:spAutoFit/>
          </a:bodyPr>
          <a:lstStyle>
            <a:lvl1pPr>
              <a:defRPr sz="1400">
                <a:solidFill>
                  <a:schemeClr val="bg1"/>
                </a:solidFill>
              </a:defRPr>
            </a:lvl1pPr>
          </a:lstStyle>
          <a:p>
            <a:pPr lvl="0"/>
            <a:r>
              <a:rPr lang="en-US">
                <a:effectLst/>
              </a:rPr>
              <a:t>Insert Job Title</a:t>
            </a:r>
            <a:endParaRPr lang="en-US"/>
          </a:p>
        </p:txBody>
      </p:sp>
      <p:sp>
        <p:nvSpPr>
          <p:cNvPr id="11" name="Text Placeholder 5">
            <a:extLst>
              <a:ext uri="{FF2B5EF4-FFF2-40B4-BE49-F238E27FC236}">
                <a16:creationId xmlns:a16="http://schemas.microsoft.com/office/drawing/2014/main" id="{B5F31C29-0270-444C-AB5B-F5F8275A4E72}"/>
              </a:ext>
            </a:extLst>
          </p:cNvPr>
          <p:cNvSpPr>
            <a:spLocks noGrp="1"/>
          </p:cNvSpPr>
          <p:nvPr>
            <p:ph type="body" sz="quarter" idx="13" hasCustomPrompt="1"/>
          </p:nvPr>
        </p:nvSpPr>
        <p:spPr>
          <a:xfrm>
            <a:off x="474663" y="4092508"/>
            <a:ext cx="3827462" cy="225126"/>
          </a:xfrm>
          <a:prstGeom prst="rect">
            <a:avLst/>
          </a:prstGeom>
        </p:spPr>
        <p:txBody>
          <a:bodyPr>
            <a:spAutoFit/>
          </a:bodyPr>
          <a:lstStyle>
            <a:lvl1pPr>
              <a:defRPr sz="1400">
                <a:solidFill>
                  <a:schemeClr val="bg1"/>
                </a:solidFill>
              </a:defRPr>
            </a:lvl1pPr>
          </a:lstStyle>
          <a:p>
            <a:pPr lvl="0"/>
            <a:r>
              <a:rPr lang="en-US">
                <a:effectLst/>
              </a:rPr>
              <a:t>Insert email</a:t>
            </a:r>
            <a:endParaRPr lang="en-US"/>
          </a:p>
        </p:txBody>
      </p:sp>
      <p:sp>
        <p:nvSpPr>
          <p:cNvPr id="12" name="Text Placeholder 5">
            <a:extLst>
              <a:ext uri="{FF2B5EF4-FFF2-40B4-BE49-F238E27FC236}">
                <a16:creationId xmlns:a16="http://schemas.microsoft.com/office/drawing/2014/main" id="{0B6A5DF8-022B-46A9-9257-DAA098142E51}"/>
              </a:ext>
            </a:extLst>
          </p:cNvPr>
          <p:cNvSpPr>
            <a:spLocks noGrp="1"/>
          </p:cNvSpPr>
          <p:nvPr>
            <p:ph type="body" sz="quarter" idx="14" hasCustomPrompt="1"/>
          </p:nvPr>
        </p:nvSpPr>
        <p:spPr>
          <a:xfrm>
            <a:off x="474663" y="4379438"/>
            <a:ext cx="3827462" cy="225126"/>
          </a:xfrm>
          <a:prstGeom prst="rect">
            <a:avLst/>
          </a:prstGeom>
        </p:spPr>
        <p:txBody>
          <a:bodyPr>
            <a:spAutoFit/>
          </a:bodyPr>
          <a:lstStyle>
            <a:lvl1pPr>
              <a:defRPr sz="1400">
                <a:solidFill>
                  <a:schemeClr val="bg1"/>
                </a:solidFill>
              </a:defRPr>
            </a:lvl1pPr>
          </a:lstStyle>
          <a:p>
            <a:pPr lvl="0"/>
            <a:r>
              <a:rPr lang="en-US">
                <a:effectLst/>
              </a:rPr>
              <a:t>+1 000 000 000</a:t>
            </a:r>
            <a:endParaRPr lang="en-US"/>
          </a:p>
        </p:txBody>
      </p:sp>
      <p:sp>
        <p:nvSpPr>
          <p:cNvPr id="13" name="Text Placeholder 5">
            <a:extLst>
              <a:ext uri="{FF2B5EF4-FFF2-40B4-BE49-F238E27FC236}">
                <a16:creationId xmlns:a16="http://schemas.microsoft.com/office/drawing/2014/main" id="{7CF17201-04E3-48ED-9077-B42ECD88DB79}"/>
              </a:ext>
            </a:extLst>
          </p:cNvPr>
          <p:cNvSpPr>
            <a:spLocks noGrp="1"/>
          </p:cNvSpPr>
          <p:nvPr>
            <p:ph type="body" sz="quarter" idx="15" hasCustomPrompt="1"/>
          </p:nvPr>
        </p:nvSpPr>
        <p:spPr>
          <a:xfrm>
            <a:off x="474663" y="5003434"/>
            <a:ext cx="3827462" cy="1173078"/>
          </a:xfrm>
          <a:prstGeom prst="rect">
            <a:avLst/>
          </a:prstGeom>
        </p:spPr>
        <p:txBody>
          <a:bodyPr>
            <a:spAutoFit/>
          </a:bodyPr>
          <a:lstStyle>
            <a:lvl1pPr>
              <a:defRPr sz="1400">
                <a:solidFill>
                  <a:schemeClr val="bg1"/>
                </a:solidFill>
              </a:defRPr>
            </a:lvl1pPr>
          </a:lstStyle>
          <a:p>
            <a:pPr lvl="0"/>
            <a:r>
              <a:rPr lang="en-US">
                <a:effectLst/>
              </a:rPr>
              <a:t>Address line 1</a:t>
            </a:r>
            <a:br>
              <a:rPr lang="en-US">
                <a:effectLst/>
              </a:rPr>
            </a:br>
            <a:r>
              <a:rPr lang="en-US">
                <a:effectLst/>
              </a:rPr>
              <a:t>Address line 2</a:t>
            </a:r>
            <a:br>
              <a:rPr lang="en-US">
                <a:effectLst/>
              </a:rPr>
            </a:br>
            <a:r>
              <a:rPr lang="en-US">
                <a:effectLst/>
              </a:rPr>
              <a:t>Address line 3</a:t>
            </a:r>
            <a:br>
              <a:rPr lang="en-US">
                <a:effectLst/>
              </a:rPr>
            </a:br>
            <a:r>
              <a:rPr lang="en-US">
                <a:effectLst/>
              </a:rPr>
              <a:t>Zip code</a:t>
            </a:r>
            <a:br>
              <a:rPr lang="en-US">
                <a:effectLst/>
              </a:rPr>
            </a:br>
            <a:r>
              <a:rPr lang="en-US">
                <a:effectLst/>
              </a:rPr>
              <a:t>Country</a:t>
            </a:r>
            <a:endParaRPr lang="en-US"/>
          </a:p>
        </p:txBody>
      </p:sp>
      <p:pic>
        <p:nvPicPr>
          <p:cNvPr id="4" name="Graphic 3">
            <a:extLst>
              <a:ext uri="{FF2B5EF4-FFF2-40B4-BE49-F238E27FC236}">
                <a16:creationId xmlns:a16="http://schemas.microsoft.com/office/drawing/2014/main" id="{0681FC57-5C71-4F5A-AB2F-52FF92CEB41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14" name="Picture Placeholder 2">
            <a:extLst>
              <a:ext uri="{FF2B5EF4-FFF2-40B4-BE49-F238E27FC236}">
                <a16:creationId xmlns:a16="http://schemas.microsoft.com/office/drawing/2014/main" id="{D26DCF78-A14C-7743-94BB-7E13C2AD8622}"/>
              </a:ext>
            </a:extLst>
          </p:cNvPr>
          <p:cNvSpPr>
            <a:spLocks noGrp="1"/>
          </p:cNvSpPr>
          <p:nvPr>
            <p:ph type="pic" sz="quarter" idx="16"/>
          </p:nvPr>
        </p:nvSpPr>
        <p:spPr>
          <a:xfrm>
            <a:off x="6095998" y="0"/>
            <a:ext cx="6096001" cy="6858000"/>
          </a:xfrm>
          <a:prstGeom prst="rect">
            <a:avLst/>
          </a:prstGeom>
          <a:solidFill>
            <a:schemeClr val="bg2"/>
          </a:solidFill>
        </p:spPr>
        <p:txBody>
          <a:bodyPr/>
          <a:lstStyle>
            <a:lvl1pPr>
              <a:defRPr/>
            </a:lvl1pPr>
          </a:lstStyle>
          <a:p>
            <a:endParaRPr lang="en-US"/>
          </a:p>
        </p:txBody>
      </p:sp>
    </p:spTree>
    <p:extLst>
      <p:ext uri="{BB962C8B-B14F-4D97-AF65-F5344CB8AC3E}">
        <p14:creationId xmlns:p14="http://schemas.microsoft.com/office/powerpoint/2010/main" val="701721386"/>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2.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200"/>
            <a:ext cx="11277599" cy="457200"/>
          </a:xfrm>
          <a:prstGeom prst="rect">
            <a:avLst/>
          </a:prstGeom>
        </p:spPr>
        <p:txBody>
          <a:bodyPr vert="horz" lIns="0" tIns="0" rIns="0" bIns="0" rtlCol="0" anchor="t">
            <a:noAutofit/>
          </a:bodyPr>
          <a:lstStyle/>
          <a:p>
            <a:r>
              <a:rPr lang="en-US"/>
              <a:t>Click To Edit Master Title Style</a:t>
            </a:r>
          </a:p>
        </p:txBody>
      </p:sp>
      <p:pic>
        <p:nvPicPr>
          <p:cNvPr id="7" name="Graphic 6">
            <a:extLst>
              <a:ext uri="{FF2B5EF4-FFF2-40B4-BE49-F238E27FC236}">
                <a16:creationId xmlns:a16="http://schemas.microsoft.com/office/drawing/2014/main" id="{BB532318-7ECA-4FB6-ADB1-48895B543C86}"/>
              </a:ext>
            </a:extLst>
          </p:cNvPr>
          <p:cNvPicPr>
            <a:picLocks noChangeAspect="1"/>
          </p:cNvPicPr>
          <p:nvPr userDrawn="1"/>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457201" y="6438901"/>
            <a:ext cx="540540" cy="190499"/>
          </a:xfrm>
          <a:prstGeom prst="rect">
            <a:avLst/>
          </a:prstGeom>
        </p:spPr>
      </p:pic>
      <p:sp>
        <p:nvSpPr>
          <p:cNvPr id="9" name="Text Placeholder 2">
            <a:extLst>
              <a:ext uri="{FF2B5EF4-FFF2-40B4-BE49-F238E27FC236}">
                <a16:creationId xmlns:a16="http://schemas.microsoft.com/office/drawing/2014/main" id="{E8369E08-22C8-4CA0-8BC3-06B27EF317DD}"/>
              </a:ext>
            </a:extLst>
          </p:cNvPr>
          <p:cNvSpPr>
            <a:spLocks noGrp="1"/>
          </p:cNvSpPr>
          <p:nvPr>
            <p:ph type="body" idx="1"/>
          </p:nvPr>
        </p:nvSpPr>
        <p:spPr>
          <a:xfrm>
            <a:off x="453505" y="1181101"/>
            <a:ext cx="11274551" cy="4991099"/>
          </a:xfrm>
          <a:prstGeom prst="rect">
            <a:avLst/>
          </a:prstGeom>
        </p:spPr>
        <p:txBody>
          <a:bodyPr vert="horz" lIns="0" tIns="0" rIns="0" bIns="0" rtlCol="0">
            <a:noAutofit/>
          </a:bodyPr>
          <a:lstStyle/>
          <a:p>
            <a:pPr marL="0" marR="0" lvl="0" indent="0" algn="l" defTabSz="914400" rtl="0" eaLnBrk="1" fontAlgn="auto" latinLnBrk="0" hangingPunct="1">
              <a:lnSpc>
                <a:spcPct val="110000"/>
              </a:lnSpc>
              <a:spcBef>
                <a:spcPts val="6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222222"/>
                </a:solidFill>
                <a:effectLst/>
                <a:uLnTx/>
                <a:uFillTx/>
                <a:latin typeface="Calibri"/>
                <a:cs typeface="Calibri" panose="020F0502020204030204" pitchFamily="34" charset="0"/>
              </a:rPr>
              <a:t>Edit Master text styles</a:t>
            </a:r>
          </a:p>
          <a:p>
            <a:pPr marL="182880" marR="0" lvl="1" indent="-182880" algn="l" defTabSz="914400" rtl="0" eaLnBrk="1" fontAlgn="auto" latinLnBrk="0" hangingPunct="1">
              <a:lnSpc>
                <a:spcPct val="100000"/>
              </a:lnSpc>
              <a:spcBef>
                <a:spcPts val="600"/>
              </a:spcBef>
              <a:spcAft>
                <a:spcPts val="0"/>
              </a:spcAft>
              <a:buClr>
                <a:srgbClr val="76CDD8"/>
              </a:buClr>
              <a:buSzTx/>
              <a:buFont typeface="Arial" panose="020B0604020202020204" pitchFamily="34" charset="0"/>
              <a:buChar char="•"/>
              <a:tabLst/>
              <a:defRPr/>
            </a:pPr>
            <a:r>
              <a:rPr kumimoji="0" lang="en-US" sz="1400" b="0" i="0" u="none" strike="noStrike" kern="1200" cap="none" spc="0" normalizeH="0" baseline="0" noProof="0">
                <a:ln>
                  <a:noFill/>
                </a:ln>
                <a:solidFill>
                  <a:srgbClr val="222222"/>
                </a:solidFill>
                <a:effectLst/>
                <a:uLnTx/>
                <a:uFillTx/>
                <a:latin typeface="Calibri"/>
                <a:cs typeface="Calibri" panose="020F0502020204030204" pitchFamily="34" charset="0"/>
              </a:rPr>
              <a:t>Second level</a:t>
            </a:r>
          </a:p>
          <a:p>
            <a:pPr marL="365760" marR="0" lvl="2" indent="-182880" algn="l" defTabSz="914400" rtl="0" eaLnBrk="1" fontAlgn="auto" latinLnBrk="0" hangingPunct="1">
              <a:lnSpc>
                <a:spcPct val="100000"/>
              </a:lnSpc>
              <a:spcBef>
                <a:spcPts val="600"/>
              </a:spcBef>
              <a:spcAft>
                <a:spcPts val="0"/>
              </a:spcAft>
              <a:buClr>
                <a:srgbClr val="A0A0A0"/>
              </a:buClr>
              <a:buSzTx/>
              <a:buFont typeface="Calibri" panose="020F0502020204030204" pitchFamily="34" charset="0"/>
              <a:buChar char="→"/>
              <a:tabLst/>
              <a:defRPr/>
            </a:pPr>
            <a:r>
              <a:rPr kumimoji="0" lang="en-US" sz="1200" b="0" i="0" u="none" strike="noStrike" kern="1200" cap="none" spc="0" normalizeH="0" baseline="0" noProof="0">
                <a:ln>
                  <a:noFill/>
                </a:ln>
                <a:solidFill>
                  <a:srgbClr val="222222"/>
                </a:solidFill>
                <a:effectLst/>
                <a:uLnTx/>
                <a:uFillTx/>
                <a:latin typeface="Calibri"/>
                <a:cs typeface="Calibri" panose="020F0502020204030204" pitchFamily="34" charset="0"/>
              </a:rPr>
              <a:t>Third level</a:t>
            </a:r>
            <a:endParaRPr lang="en-US"/>
          </a:p>
        </p:txBody>
      </p:sp>
      <p:sp>
        <p:nvSpPr>
          <p:cNvPr id="11" name="TextBox 10">
            <a:extLst>
              <a:ext uri="{FF2B5EF4-FFF2-40B4-BE49-F238E27FC236}">
                <a16:creationId xmlns:a16="http://schemas.microsoft.com/office/drawing/2014/main" id="{3F641FF6-5DCC-D34B-9DD7-29931472CBC7}"/>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t>CONFIDENTIAL. Copyright ©</a:t>
            </a:r>
          </a:p>
        </p:txBody>
      </p:sp>
      <p:sp>
        <p:nvSpPr>
          <p:cNvPr id="12" name="Text Placeholder 3">
            <a:extLst>
              <a:ext uri="{FF2B5EF4-FFF2-40B4-BE49-F238E27FC236}">
                <a16:creationId xmlns:a16="http://schemas.microsoft.com/office/drawing/2014/main" id="{41DA6592-6579-C548-911C-85A5195E10BA}"/>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Tree>
    <p:extLst>
      <p:ext uri="{BB962C8B-B14F-4D97-AF65-F5344CB8AC3E}">
        <p14:creationId xmlns:p14="http://schemas.microsoft.com/office/powerpoint/2010/main" val="3590434798"/>
      </p:ext>
    </p:extLst>
  </p:cSld>
  <p:clrMap bg1="lt1" tx1="dk1" bg2="lt2" tx2="dk2" accent1="accent1" accent2="accent2" accent3="accent3" accent4="accent4" accent5="accent5" accent6="accent6" hlink="hlink" folHlink="folHlink"/>
  <p:sldLayoutIdLst>
    <p:sldLayoutId id="2147483885" r:id="rId1"/>
    <p:sldLayoutId id="2147483886" r:id="rId2"/>
    <p:sldLayoutId id="2147483887" r:id="rId3"/>
    <p:sldLayoutId id="2147483888" r:id="rId4"/>
    <p:sldLayoutId id="2147483889" r:id="rId5"/>
    <p:sldLayoutId id="2147483890" r:id="rId6"/>
    <p:sldLayoutId id="2147483891" r:id="rId7"/>
    <p:sldLayoutId id="2147483892" r:id="rId8"/>
    <p:sldLayoutId id="2147483893" r:id="rId9"/>
    <p:sldLayoutId id="2147483894" r:id="rId10"/>
    <p:sldLayoutId id="2147483895" r:id="rId11"/>
    <p:sldLayoutId id="2147483896" r:id="rId12"/>
    <p:sldLayoutId id="2147483897" r:id="rId13"/>
    <p:sldLayoutId id="2147483898" r:id="rId14"/>
    <p:sldLayoutId id="2147483899" r:id="rId15"/>
    <p:sldLayoutId id="2147483900" r:id="rId16"/>
    <p:sldLayoutId id="2147483901" r:id="rId17"/>
    <p:sldLayoutId id="2147483902" r:id="rId18"/>
    <p:sldLayoutId id="2147483903" r:id="rId19"/>
    <p:sldLayoutId id="2147483904" r:id="rId20"/>
    <p:sldLayoutId id="2147483905" r:id="rId21"/>
    <p:sldLayoutId id="2147483906" r:id="rId22"/>
    <p:sldLayoutId id="2147483907" r:id="rId23"/>
    <p:sldLayoutId id="2147483908" r:id="rId24"/>
    <p:sldLayoutId id="2147483909" r:id="rId25"/>
    <p:sldLayoutId id="2147483910" r:id="rId26"/>
    <p:sldLayoutId id="2147483911" r:id="rId27"/>
    <p:sldLayoutId id="2147483912" r:id="rId28"/>
    <p:sldLayoutId id="2147483913" r:id="rId29"/>
    <p:sldLayoutId id="2147483914" r:id="rId30"/>
    <p:sldLayoutId id="2147483915" r:id="rId31"/>
    <p:sldLayoutId id="2147483916" r:id="rId32"/>
    <p:sldLayoutId id="2147483917" r:id="rId33"/>
    <p:sldLayoutId id="2147483918" r:id="rId34"/>
    <p:sldLayoutId id="2147483919" r:id="rId35"/>
    <p:sldLayoutId id="2147483920" r:id="rId36"/>
    <p:sldLayoutId id="2147483921" r:id="rId37"/>
    <p:sldLayoutId id="2147483922" r:id="rId38"/>
    <p:sldLayoutId id="2147483923" r:id="rId39"/>
    <p:sldLayoutId id="2147483924" r:id="rId40"/>
    <p:sldLayoutId id="2147483925" r:id="rId41"/>
    <p:sldLayoutId id="2147483926" r:id="rId42"/>
    <p:sldLayoutId id="2147483927" r:id="rId43"/>
    <p:sldLayoutId id="2147483928" r:id="rId44"/>
    <p:sldLayoutId id="2147483929" r:id="rId45"/>
    <p:sldLayoutId id="2147483930" r:id="rId46"/>
  </p:sldLayoutIdLst>
  <p:hf hdr="0" dt="0"/>
  <p:txStyles>
    <p:titleStyle>
      <a:lvl1pPr algn="l" defTabSz="914400" rtl="0" eaLnBrk="1" latinLnBrk="0" hangingPunct="1">
        <a:lnSpc>
          <a:spcPct val="100000"/>
        </a:lnSpc>
        <a:spcBef>
          <a:spcPct val="0"/>
        </a:spcBef>
        <a:buNone/>
        <a:defRPr sz="2200" b="1" i="0" kern="1200">
          <a:solidFill>
            <a:schemeClr val="tx1"/>
          </a:solidFill>
          <a:latin typeface="+mj-lt"/>
          <a:ea typeface="Calibri" panose="020F0502020204030204" pitchFamily="34" charset="0"/>
          <a:cs typeface="Calibri" panose="020F0502020204030204" pitchFamily="34" charset="0"/>
        </a:defRPr>
      </a:lvl1pPr>
    </p:titleStyle>
    <p:body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56">
          <p15:clr>
            <a:srgbClr val="F26B43"/>
          </p15:clr>
        </p15:guide>
        <p15:guide id="16" orient="horz" pos="144">
          <p15:clr>
            <a:srgbClr val="F26B43"/>
          </p15:clr>
        </p15:guide>
        <p15:guide id="17" orient="horz" pos="288">
          <p15:clr>
            <a:srgbClr val="F26B43"/>
          </p15:clr>
        </p15:guide>
        <p15:guide id="19" orient="horz" pos="576">
          <p15:clr>
            <a:srgbClr val="F26B43"/>
          </p15:clr>
        </p15:guide>
        <p15:guide id="20" orient="horz" pos="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4" pos="1354">
          <p15:clr>
            <a:srgbClr val="F26B43"/>
          </p15:clr>
        </p15:guide>
        <p15:guide id="65" pos="1498">
          <p15:clr>
            <a:srgbClr val="F26B43"/>
          </p15:clr>
        </p15:guide>
        <p15:guide id="68" pos="2710">
          <p15:clr>
            <a:srgbClr val="F26B43"/>
          </p15:clr>
        </p15:guide>
        <p15:guide id="69" pos="2568">
          <p15:clr>
            <a:srgbClr val="F26B43"/>
          </p15:clr>
        </p15:guide>
        <p15:guide id="72" pos="3772">
          <p15:clr>
            <a:srgbClr val="F26B43"/>
          </p15:clr>
        </p15:guide>
        <p15:guide id="73" pos="3919">
          <p15:clr>
            <a:srgbClr val="F26B43"/>
          </p15:clr>
        </p15:guide>
        <p15:guide id="76" pos="5128">
          <p15:clr>
            <a:srgbClr val="F26B43"/>
          </p15:clr>
        </p15:guide>
        <p15:guide id="77" pos="4981">
          <p15:clr>
            <a:srgbClr val="F26B43"/>
          </p15:clr>
        </p15:guide>
        <p15:guide id="80" pos="6186">
          <p15:clr>
            <a:srgbClr val="F26B43"/>
          </p15:clr>
        </p15:guide>
        <p15:guide id="81" pos="633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0.jpeg"/><Relationship Id="rId2" Type="http://schemas.openxmlformats.org/officeDocument/2006/relationships/diagramData" Target="../diagrams/data1.xml"/><Relationship Id="rId1" Type="http://schemas.openxmlformats.org/officeDocument/2006/relationships/slideLayout" Target="../slideLayouts/slideLayout4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Next level of hospitalisation through smart ICU - Incacare">
            <a:extLst>
              <a:ext uri="{FF2B5EF4-FFF2-40B4-BE49-F238E27FC236}">
                <a16:creationId xmlns:a16="http://schemas.microsoft.com/office/drawing/2014/main" id="{2941CCD0-EDA9-1557-4240-C8A96545EE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25"/>
            <a:ext cx="12204700" cy="6855775"/>
          </a:xfrm>
          <a:prstGeom prst="rect">
            <a:avLst/>
          </a:prstGeom>
          <a:noFill/>
          <a:effectLst>
            <a:softEdge rad="1270000"/>
          </a:effectLst>
          <a:extLst>
            <a:ext uri="{909E8E84-426E-40DD-AFC4-6F175D3DCCD1}">
              <a14:hiddenFill xmlns:a14="http://schemas.microsoft.com/office/drawing/2010/main">
                <a:solidFill>
                  <a:srgbClr val="FFFFFF"/>
                </a:solidFill>
              </a14:hiddenFill>
            </a:ext>
          </a:extLst>
        </p:spPr>
      </p:pic>
      <p:sp>
        <p:nvSpPr>
          <p:cNvPr id="19" name="Title 1">
            <a:extLst>
              <a:ext uri="{FF2B5EF4-FFF2-40B4-BE49-F238E27FC236}">
                <a16:creationId xmlns:a16="http://schemas.microsoft.com/office/drawing/2014/main" id="{D0EA6458-E925-4EA7-B7BF-D5A414BD2537}"/>
              </a:ext>
            </a:extLst>
          </p:cNvPr>
          <p:cNvSpPr txBox="1">
            <a:spLocks/>
          </p:cNvSpPr>
          <p:nvPr/>
        </p:nvSpPr>
        <p:spPr>
          <a:xfrm>
            <a:off x="12700" y="88833"/>
            <a:ext cx="12192000" cy="2369880"/>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2200" b="1" i="0" kern="1200">
                <a:solidFill>
                  <a:schemeClr val="bg1"/>
                </a:solidFill>
                <a:latin typeface="+mn-lt"/>
                <a:ea typeface="Calibri" panose="020F0502020204030204" pitchFamily="34" charset="0"/>
                <a:cs typeface="Calibri" panose="020F0502020204030204" pitchFamily="34" charset="0"/>
              </a:defRPr>
            </a:lvl1pPr>
          </a:lstStyle>
          <a:p>
            <a:pPr algn="ctr"/>
            <a:r>
              <a:rPr lang="en-US" sz="6000" dirty="0">
                <a:solidFill>
                  <a:schemeClr val="accent5">
                    <a:lumMod val="50000"/>
                  </a:schemeClr>
                </a:solidFill>
              </a:rPr>
              <a:t>Design Kata</a:t>
            </a:r>
            <a:endParaRPr lang="en-US" sz="4000" dirty="0">
              <a:solidFill>
                <a:schemeClr val="accent5">
                  <a:lumMod val="50000"/>
                </a:schemeClr>
              </a:solidFill>
            </a:endParaRPr>
          </a:p>
          <a:p>
            <a:pPr algn="ctr"/>
            <a:r>
              <a:rPr lang="en-US" sz="4000" b="0" dirty="0">
                <a:solidFill>
                  <a:schemeClr val="accent5">
                    <a:lumMod val="50000"/>
                  </a:schemeClr>
                </a:solidFill>
              </a:rPr>
              <a:t>Problem Statement</a:t>
            </a:r>
            <a:endParaRPr lang="en-US" sz="5400" b="0" dirty="0">
              <a:solidFill>
                <a:schemeClr val="accent5">
                  <a:lumMod val="50000"/>
                </a:schemeClr>
              </a:solidFill>
            </a:endParaRPr>
          </a:p>
          <a:p>
            <a:pPr algn="ctr"/>
            <a:r>
              <a:rPr lang="en-IN" sz="5400" dirty="0">
                <a:solidFill>
                  <a:schemeClr val="accent5">
                    <a:lumMod val="50000"/>
                  </a:schemeClr>
                </a:solidFill>
              </a:rPr>
              <a:t>Smart Hospital ICU Management System</a:t>
            </a:r>
            <a:endParaRPr lang="en-US" sz="5400" dirty="0">
              <a:solidFill>
                <a:schemeClr val="accent5">
                  <a:lumMod val="50000"/>
                </a:schemeClr>
              </a:solidFill>
            </a:endParaRPr>
          </a:p>
        </p:txBody>
      </p:sp>
    </p:spTree>
    <p:extLst>
      <p:ext uri="{BB962C8B-B14F-4D97-AF65-F5344CB8AC3E}">
        <p14:creationId xmlns:p14="http://schemas.microsoft.com/office/powerpoint/2010/main" val="527338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E2E2B-9894-47B1-9E90-5903354B2B91}"/>
              </a:ext>
            </a:extLst>
          </p:cNvPr>
          <p:cNvSpPr>
            <a:spLocks noGrp="1"/>
          </p:cNvSpPr>
          <p:nvPr>
            <p:ph type="title"/>
          </p:nvPr>
        </p:nvSpPr>
        <p:spPr>
          <a:xfrm>
            <a:off x="4175401" y="493762"/>
            <a:ext cx="4797425" cy="338554"/>
          </a:xfrm>
        </p:spPr>
        <p:txBody>
          <a:bodyPr anchor="t">
            <a:normAutofit/>
          </a:bodyPr>
          <a:lstStyle/>
          <a:p>
            <a:r>
              <a:rPr lang="en-IN" dirty="0"/>
              <a:t>Smart Hospital ICU Management System</a:t>
            </a:r>
            <a:endParaRPr lang="en-US" dirty="0"/>
          </a:p>
        </p:txBody>
      </p:sp>
      <p:sp>
        <p:nvSpPr>
          <p:cNvPr id="14" name="Text Placeholder 13">
            <a:extLst>
              <a:ext uri="{FF2B5EF4-FFF2-40B4-BE49-F238E27FC236}">
                <a16:creationId xmlns:a16="http://schemas.microsoft.com/office/drawing/2014/main" id="{CABC1293-2954-2C40-A114-FA4637C6F8BF}"/>
              </a:ext>
            </a:extLst>
          </p:cNvPr>
          <p:cNvSpPr>
            <a:spLocks noGrp="1"/>
          </p:cNvSpPr>
          <p:nvPr>
            <p:ph type="body" sz="quarter" idx="17"/>
          </p:nvPr>
        </p:nvSpPr>
        <p:spPr>
          <a:xfrm>
            <a:off x="312150" y="1299151"/>
            <a:ext cx="11567699" cy="1052164"/>
          </a:xfrm>
        </p:spPr>
        <p:txBody>
          <a:bodyPr>
            <a:normAutofit/>
          </a:bodyPr>
          <a:lstStyle/>
          <a:p>
            <a:pPr fontAlgn="base">
              <a:spcBef>
                <a:spcPts val="0"/>
              </a:spcBef>
            </a:pPr>
            <a:r>
              <a:rPr lang="en-IN" sz="1800" dirty="0"/>
              <a:t>The goal is to enable real-time visibility of bed and ICU availability across departments while ensuring priority handling for emergency and critical patients.  The system must be highly available, scalable, and capable of supporting future expansion of wards, specialties, and medical services</a:t>
            </a:r>
            <a:endParaRPr lang="en-US" sz="1800" cap="none" dirty="0">
              <a:solidFill>
                <a:schemeClr val="bg1"/>
              </a:solidFill>
              <a:ea typeface="+mn-ea"/>
              <a:cs typeface="Calibri Light"/>
            </a:endParaRPr>
          </a:p>
        </p:txBody>
      </p:sp>
      <p:sp>
        <p:nvSpPr>
          <p:cNvPr id="8" name="Title 1">
            <a:extLst>
              <a:ext uri="{FF2B5EF4-FFF2-40B4-BE49-F238E27FC236}">
                <a16:creationId xmlns:a16="http://schemas.microsoft.com/office/drawing/2014/main" id="{C765729D-FFC4-4A14-BEE7-827C4A7E3EA4}"/>
              </a:ext>
            </a:extLst>
          </p:cNvPr>
          <p:cNvSpPr txBox="1">
            <a:spLocks/>
          </p:cNvSpPr>
          <p:nvPr/>
        </p:nvSpPr>
        <p:spPr>
          <a:xfrm>
            <a:off x="452487" y="247541"/>
            <a:ext cx="3431356" cy="830997"/>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2200" b="1" i="0" kern="1200">
                <a:solidFill>
                  <a:schemeClr val="bg1"/>
                </a:solidFill>
                <a:latin typeface="+mn-lt"/>
                <a:ea typeface="Calibri" panose="020F0502020204030204" pitchFamily="34" charset="0"/>
                <a:cs typeface="Calibri" panose="020F0502020204030204" pitchFamily="34" charset="0"/>
              </a:defRPr>
            </a:lvl1pPr>
          </a:lstStyle>
          <a:p>
            <a:r>
              <a:rPr lang="en-US" sz="5400">
                <a:solidFill>
                  <a:schemeClr val="accent2"/>
                </a:solidFill>
              </a:rPr>
              <a:t>Kata Topic</a:t>
            </a:r>
            <a:endParaRPr lang="en-US" sz="5400" dirty="0">
              <a:solidFill>
                <a:schemeClr val="accent2"/>
              </a:solidFill>
            </a:endParaRPr>
          </a:p>
        </p:txBody>
      </p:sp>
      <p:pic>
        <p:nvPicPr>
          <p:cNvPr id="4104" name="Picture 8" descr="8,300+ Icu Ward Stock Photos, Pictures &amp; Royalty-Free Images - iStock">
            <a:extLst>
              <a:ext uri="{FF2B5EF4-FFF2-40B4-BE49-F238E27FC236}">
                <a16:creationId xmlns:a16="http://schemas.microsoft.com/office/drawing/2014/main" id="{13138E8C-280F-90DD-85BA-8F71E3419F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351315"/>
            <a:ext cx="7577314" cy="4259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9012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B9F79D11-CAA4-4604-AB1E-260D249BAB6F}"/>
              </a:ext>
            </a:extLst>
          </p:cNvPr>
          <p:cNvSpPr txBox="1">
            <a:spLocks/>
          </p:cNvSpPr>
          <p:nvPr/>
        </p:nvSpPr>
        <p:spPr>
          <a:xfrm>
            <a:off x="159026" y="0"/>
            <a:ext cx="3431356" cy="738664"/>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2200" b="1" i="0" kern="1200">
                <a:solidFill>
                  <a:schemeClr val="bg1"/>
                </a:solidFill>
                <a:latin typeface="+mn-lt"/>
                <a:ea typeface="Calibri" panose="020F0502020204030204" pitchFamily="34" charset="0"/>
                <a:cs typeface="Calibri" panose="020F0502020204030204" pitchFamily="34" charset="0"/>
              </a:defRPr>
            </a:lvl1pPr>
          </a:lstStyle>
          <a:p>
            <a:r>
              <a:rPr lang="en-US" sz="4800" dirty="0">
                <a:solidFill>
                  <a:schemeClr val="accent2"/>
                </a:solidFill>
              </a:rPr>
              <a:t>Context</a:t>
            </a:r>
          </a:p>
        </p:txBody>
      </p:sp>
      <p:graphicFrame>
        <p:nvGraphicFramePr>
          <p:cNvPr id="16" name="Diagram 15">
            <a:extLst>
              <a:ext uri="{FF2B5EF4-FFF2-40B4-BE49-F238E27FC236}">
                <a16:creationId xmlns:a16="http://schemas.microsoft.com/office/drawing/2014/main" id="{CC8F3E99-D3C1-48BF-8CE6-245628ED3FB7}"/>
              </a:ext>
            </a:extLst>
          </p:cNvPr>
          <p:cNvGraphicFramePr/>
          <p:nvPr>
            <p:extLst>
              <p:ext uri="{D42A27DB-BD31-4B8C-83A1-F6EECF244321}">
                <p14:modId xmlns:p14="http://schemas.microsoft.com/office/powerpoint/2010/main" val="542369434"/>
              </p:ext>
            </p:extLst>
          </p:nvPr>
        </p:nvGraphicFramePr>
        <p:xfrm>
          <a:off x="159026" y="738664"/>
          <a:ext cx="5824331" cy="55750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076" name="Picture 4" descr="How technology is supporting healthcare teams across the board">
            <a:extLst>
              <a:ext uri="{FF2B5EF4-FFF2-40B4-BE49-F238E27FC236}">
                <a16:creationId xmlns:a16="http://schemas.microsoft.com/office/drawing/2014/main" id="{E11E15A2-F017-0EA5-5E0A-370AC2DFBD85}"/>
              </a:ext>
            </a:extLst>
          </p:cNvPr>
          <p:cNvPicPr>
            <a:picLocks noGrp="1" noChangeAspect="1" noChangeArrowheads="1"/>
          </p:cNvPicPr>
          <p:nvPr>
            <p:ph type="pic" sz="quarter" idx="16"/>
          </p:nvPr>
        </p:nvPicPr>
        <p:blipFill>
          <a:blip r:embed="rId7">
            <a:extLst>
              <a:ext uri="{28A0092B-C50C-407E-A947-70E740481C1C}">
                <a14:useLocalDpi xmlns:a14="http://schemas.microsoft.com/office/drawing/2010/main" val="0"/>
              </a:ext>
            </a:extLst>
          </a:blip>
          <a:srcRect l="20400" r="20400"/>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8270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Diagram&#10;&#10;Description automatically generated">
            <a:extLst>
              <a:ext uri="{FF2B5EF4-FFF2-40B4-BE49-F238E27FC236}">
                <a16:creationId xmlns:a16="http://schemas.microsoft.com/office/drawing/2014/main" id="{7940AC70-7596-4150-A9C1-0B09543253CD}"/>
              </a:ext>
            </a:extLst>
          </p:cNvPr>
          <p:cNvPicPr>
            <a:picLocks noGrp="1" noChangeAspect="1"/>
          </p:cNvPicPr>
          <p:nvPr>
            <p:ph type="pic" sz="quarter" idx="16"/>
          </p:nvPr>
        </p:nvPicPr>
        <p:blipFill rotWithShape="1">
          <a:blip r:embed="rId2">
            <a:extLst>
              <a:ext uri="{28A0092B-C50C-407E-A947-70E740481C1C}">
                <a14:useLocalDpi xmlns:a14="http://schemas.microsoft.com/office/drawing/2010/main" val="0"/>
              </a:ext>
            </a:extLst>
          </a:blip>
          <a:srcRect l="3678" r="29656"/>
          <a:stretch/>
        </p:blipFill>
        <p:spPr>
          <a:xfrm>
            <a:off x="6760028" y="0"/>
            <a:ext cx="5431971" cy="6858000"/>
          </a:xfrm>
          <a:noFill/>
        </p:spPr>
      </p:pic>
      <p:sp>
        <p:nvSpPr>
          <p:cNvPr id="2" name="Title 1">
            <a:extLst>
              <a:ext uri="{FF2B5EF4-FFF2-40B4-BE49-F238E27FC236}">
                <a16:creationId xmlns:a16="http://schemas.microsoft.com/office/drawing/2014/main" id="{D71E2E2B-9894-47B1-9E90-5903354B2B91}"/>
              </a:ext>
            </a:extLst>
          </p:cNvPr>
          <p:cNvSpPr>
            <a:spLocks noGrp="1"/>
          </p:cNvSpPr>
          <p:nvPr>
            <p:ph type="title"/>
          </p:nvPr>
        </p:nvSpPr>
        <p:spPr>
          <a:xfrm>
            <a:off x="0" y="423335"/>
            <a:ext cx="6760028" cy="555729"/>
          </a:xfrm>
        </p:spPr>
        <p:txBody>
          <a:bodyPr vert="horz" wrap="square" lIns="0" tIns="0" rIns="0" bIns="0" rtlCol="0" anchor="t">
            <a:normAutofit/>
          </a:bodyPr>
          <a:lstStyle/>
          <a:p>
            <a:pPr algn="ctr">
              <a:lnSpc>
                <a:spcPct val="90000"/>
              </a:lnSpc>
            </a:pPr>
            <a:r>
              <a:rPr lang="en-US" sz="3600" dirty="0">
                <a:solidFill>
                  <a:schemeClr val="accent2"/>
                </a:solidFill>
                <a:latin typeface="Calibri Light" panose="020F0302020204030204" pitchFamily="34" charset="0"/>
                <a:cs typeface="Calibri Light" panose="020F0302020204030204" pitchFamily="34" charset="0"/>
              </a:rPr>
              <a:t>Requirements</a:t>
            </a:r>
          </a:p>
        </p:txBody>
      </p:sp>
      <p:sp>
        <p:nvSpPr>
          <p:cNvPr id="8" name="Rectangle 6">
            <a:extLst>
              <a:ext uri="{FF2B5EF4-FFF2-40B4-BE49-F238E27FC236}">
                <a16:creationId xmlns:a16="http://schemas.microsoft.com/office/drawing/2014/main" id="{5304C335-5477-69CE-F447-6082BC9D6E6B}"/>
              </a:ext>
            </a:extLst>
          </p:cNvPr>
          <p:cNvSpPr>
            <a:spLocks noGrp="1" noChangeArrowheads="1"/>
          </p:cNvSpPr>
          <p:nvPr>
            <p:ph type="body" sz="quarter" idx="17"/>
          </p:nvPr>
        </p:nvSpPr>
        <p:spPr bwMode="auto">
          <a:xfrm>
            <a:off x="104774" y="979064"/>
            <a:ext cx="6513739" cy="4899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400" i="0" u="none" strike="noStrike" cap="none" normalizeH="0" baseline="0" dirty="0">
                <a:ln>
                  <a:noFill/>
                </a:ln>
                <a:effectLst/>
                <a:latin typeface="Arial" panose="020B0604020202020204" pitchFamily="34" charset="0"/>
              </a:rPr>
              <a:t>The system should provide real-time visibility of bed availability across all wards and ICUs, showing current status such as occupied, available, reserved, or under maintenance.</a:t>
            </a: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400" i="0" u="none" strike="noStrike" cap="none" normalizeH="0" baseline="0" dirty="0">
                <a:ln>
                  <a:noFill/>
                </a:ln>
                <a:effectLst/>
                <a:latin typeface="Arial" panose="020B0604020202020204" pitchFamily="34" charset="0"/>
              </a:rPr>
              <a:t>The system should support priority-based bed allocation, ensuring emergency, critical, and ICU patients are assigned beds ahead of non-critical patients.</a:t>
            </a: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400" i="0" u="none" strike="noStrike" cap="none" normalizeH="0" baseline="0" dirty="0">
                <a:ln>
                  <a:noFill/>
                </a:ln>
                <a:effectLst/>
                <a:latin typeface="Arial" panose="020B0604020202020204" pitchFamily="34" charset="0"/>
              </a:rPr>
              <a:t>It should integrate with patient admission, discharge, and transfer workflows, automatically updating bed status as patients move through the hospital.</a:t>
            </a: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400" i="0" u="none" strike="noStrike" cap="none" normalizeH="0" baseline="0" dirty="0">
                <a:ln>
                  <a:noFill/>
                </a:ln>
                <a:effectLst/>
                <a:latin typeface="Arial" panose="020B0604020202020204" pitchFamily="34" charset="0"/>
              </a:rPr>
              <a:t>The system should send automated alerts and notifications to relevant staff when beds become available, are reserved, or require immediate attention.</a:t>
            </a: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400" i="0" u="none" strike="noStrike" cap="none" normalizeH="0" baseline="0" dirty="0">
                <a:ln>
                  <a:noFill/>
                </a:ln>
                <a:effectLst/>
                <a:latin typeface="Arial" panose="020B0604020202020204" pitchFamily="34" charset="0"/>
              </a:rPr>
              <a:t>It should support different bed categories (general, ICU, isolation, ventilator-enabled) and ensure patients are allocated beds based on clinical needs.</a:t>
            </a: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400" i="0" u="none" strike="noStrike" cap="none" normalizeH="0" baseline="0" dirty="0">
                <a:ln>
                  <a:noFill/>
                </a:ln>
                <a:effectLst/>
                <a:latin typeface="Arial" panose="020B0604020202020204" pitchFamily="34" charset="0"/>
              </a:rPr>
              <a:t>The system should allow temporary reservation of beds during admission or transfer processes, with automatic release if the process is not completed.</a:t>
            </a: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400" i="0" u="none" strike="noStrike" cap="none" normalizeH="0" baseline="0" dirty="0">
                <a:ln>
                  <a:noFill/>
                </a:ln>
                <a:effectLst/>
                <a:latin typeface="Arial" panose="020B0604020202020204" pitchFamily="34" charset="0"/>
              </a:rPr>
              <a:t>The system should allow authorized staff to manually override allocations in exceptional or emergency situations, with all actions audited.</a:t>
            </a:r>
          </a:p>
        </p:txBody>
      </p:sp>
    </p:spTree>
    <p:extLst>
      <p:ext uri="{BB962C8B-B14F-4D97-AF65-F5344CB8AC3E}">
        <p14:creationId xmlns:p14="http://schemas.microsoft.com/office/powerpoint/2010/main" val="2437718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197A35A4-1FD0-76F2-474F-4E9C570209A9}"/>
              </a:ext>
            </a:extLst>
          </p:cNvPr>
          <p:cNvSpPr>
            <a:spLocks noGrp="1" noChangeArrowheads="1"/>
          </p:cNvSpPr>
          <p:nvPr>
            <p:ph type="body" sz="quarter" idx="15"/>
          </p:nvPr>
        </p:nvSpPr>
        <p:spPr bwMode="auto">
          <a:xfrm>
            <a:off x="498472" y="979064"/>
            <a:ext cx="8517169" cy="3284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bg1"/>
                </a:solidFill>
                <a:effectLst/>
                <a:latin typeface="Arial" panose="020B0604020202020204" pitchFamily="34" charset="0"/>
              </a:rPr>
              <a:t>As an admission desk staff, I want to see real-time availability of beds across all wards and ICUs so that I can assign beds quickly without manual verification.</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bg1"/>
                </a:solidFill>
                <a:effectLst/>
                <a:latin typeface="Arial" panose="020B0604020202020204" pitchFamily="34" charset="0"/>
              </a:rPr>
              <a:t>As a doctor, I want emergency and critical patients to be prioritized automatically for bed allocation so that life-threatening cases are handled without delay.</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bg1"/>
                </a:solidFill>
                <a:effectLst/>
                <a:latin typeface="Arial" panose="020B0604020202020204" pitchFamily="34" charset="0"/>
              </a:rPr>
              <a:t>As a nurse, I want the system to update bed status automatically when a patient is admitted, transferred, or discharged so that bed information is always accurate.</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bg1"/>
                </a:solidFill>
                <a:effectLst/>
                <a:latin typeface="Arial" panose="020B0604020202020204" pitchFamily="34" charset="0"/>
              </a:rPr>
              <a:t>As hospital staff, I want to receive notifications when beds become available or require attention so that I can act promptly.</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bg1"/>
                </a:solidFill>
                <a:effectLst/>
                <a:latin typeface="Arial" panose="020B0604020202020204" pitchFamily="34" charset="0"/>
              </a:rPr>
              <a:t>As a hospital administrator, I want beds to be categorized (general, ICU, isolation, ventilator-enabled) so that patients are allocated beds matching their clinical needs.</a:t>
            </a:r>
          </a:p>
        </p:txBody>
      </p:sp>
      <p:sp>
        <p:nvSpPr>
          <p:cNvPr id="10" name="Title 1">
            <a:extLst>
              <a:ext uri="{FF2B5EF4-FFF2-40B4-BE49-F238E27FC236}">
                <a16:creationId xmlns:a16="http://schemas.microsoft.com/office/drawing/2014/main" id="{E1DBDE71-FCE1-F625-3EA0-53A40DCF7282}"/>
              </a:ext>
            </a:extLst>
          </p:cNvPr>
          <p:cNvSpPr>
            <a:spLocks noGrp="1"/>
          </p:cNvSpPr>
          <p:nvPr>
            <p:ph type="title"/>
          </p:nvPr>
        </p:nvSpPr>
        <p:spPr>
          <a:xfrm>
            <a:off x="498472" y="423335"/>
            <a:ext cx="4258585" cy="555729"/>
          </a:xfrm>
        </p:spPr>
        <p:txBody>
          <a:bodyPr vert="horz" wrap="square" lIns="0" tIns="0" rIns="0" bIns="0" rtlCol="0" anchor="t">
            <a:normAutofit fontScale="90000"/>
          </a:bodyPr>
          <a:lstStyle/>
          <a:p>
            <a:pPr>
              <a:lnSpc>
                <a:spcPct val="90000"/>
              </a:lnSpc>
            </a:pPr>
            <a:r>
              <a:rPr lang="en-US" sz="3600" dirty="0">
                <a:solidFill>
                  <a:schemeClr val="accent2"/>
                </a:solidFill>
                <a:latin typeface="Calibri Light" panose="020F0302020204030204" pitchFamily="34" charset="0"/>
                <a:cs typeface="Calibri Light" panose="020F0302020204030204" pitchFamily="34" charset="0"/>
              </a:rPr>
              <a:t>Extended requirements</a:t>
            </a:r>
          </a:p>
        </p:txBody>
      </p:sp>
    </p:spTree>
    <p:extLst>
      <p:ext uri="{BB962C8B-B14F-4D97-AF65-F5344CB8AC3E}">
        <p14:creationId xmlns:p14="http://schemas.microsoft.com/office/powerpoint/2010/main" val="1808101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93CEA-A249-F3F1-6623-356B8B0BDD2C}"/>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B896B9D8-8F7D-5808-B364-04A7D88ECCB8}"/>
              </a:ext>
            </a:extLst>
          </p:cNvPr>
          <p:cNvSpPr>
            <a:spLocks noGrp="1" noChangeArrowheads="1"/>
          </p:cNvSpPr>
          <p:nvPr>
            <p:ph type="body" sz="quarter" idx="15"/>
          </p:nvPr>
        </p:nvSpPr>
        <p:spPr bwMode="auto">
          <a:xfrm>
            <a:off x="901245" y="1306302"/>
            <a:ext cx="3616328" cy="1345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285750" indent="-285750" eaLnBrk="0" fontAlgn="base" hangingPunct="0">
              <a:lnSpc>
                <a:spcPct val="150000"/>
              </a:lnSpc>
              <a:spcBef>
                <a:spcPct val="0"/>
              </a:spcBef>
              <a:spcAft>
                <a:spcPct val="0"/>
              </a:spcAft>
              <a:buChar char="•"/>
            </a:pPr>
            <a:r>
              <a:rPr lang="en-IN" sz="1400" b="0" cap="none" dirty="0">
                <a:solidFill>
                  <a:schemeClr val="bg1"/>
                </a:solidFill>
                <a:latin typeface="Arial" panose="020B0604020202020204" pitchFamily="34" charset="0"/>
              </a:rPr>
              <a:t>Class Diagrams</a:t>
            </a:r>
          </a:p>
          <a:p>
            <a:pPr marL="285750" indent="-285750" eaLnBrk="0" fontAlgn="base" hangingPunct="0">
              <a:lnSpc>
                <a:spcPct val="150000"/>
              </a:lnSpc>
              <a:spcBef>
                <a:spcPct val="0"/>
              </a:spcBef>
              <a:spcAft>
                <a:spcPct val="0"/>
              </a:spcAft>
              <a:buChar char="•"/>
            </a:pPr>
            <a:r>
              <a:rPr lang="en-IN" sz="1400" b="0" cap="none" dirty="0">
                <a:solidFill>
                  <a:schemeClr val="bg1"/>
                </a:solidFill>
                <a:latin typeface="Arial" panose="020B0604020202020204" pitchFamily="34" charset="0"/>
              </a:rPr>
              <a:t>Database Diagram</a:t>
            </a:r>
          </a:p>
          <a:p>
            <a:pPr marL="285750" indent="-285750" eaLnBrk="0" fontAlgn="base" hangingPunct="0">
              <a:lnSpc>
                <a:spcPct val="150000"/>
              </a:lnSpc>
              <a:spcBef>
                <a:spcPct val="0"/>
              </a:spcBef>
              <a:spcAft>
                <a:spcPct val="0"/>
              </a:spcAft>
              <a:buChar char="•"/>
            </a:pPr>
            <a:r>
              <a:rPr lang="en-IN" sz="1400" b="0" cap="none" dirty="0">
                <a:solidFill>
                  <a:schemeClr val="bg1"/>
                </a:solidFill>
                <a:latin typeface="Arial" panose="020B0604020202020204" pitchFamily="34" charset="0"/>
              </a:rPr>
              <a:t>Sequence Diagrams</a:t>
            </a:r>
          </a:p>
          <a:p>
            <a:pPr marL="285750" indent="-285750" eaLnBrk="0" fontAlgn="base" hangingPunct="0">
              <a:lnSpc>
                <a:spcPct val="150000"/>
              </a:lnSpc>
              <a:spcBef>
                <a:spcPct val="0"/>
              </a:spcBef>
              <a:spcAft>
                <a:spcPct val="0"/>
              </a:spcAft>
              <a:buChar char="•"/>
            </a:pPr>
            <a:r>
              <a:rPr lang="en-IN" sz="1400" b="0" cap="none" dirty="0">
                <a:solidFill>
                  <a:schemeClr val="bg1"/>
                </a:solidFill>
                <a:latin typeface="Arial" panose="020B0604020202020204" pitchFamily="34" charset="0"/>
              </a:rPr>
              <a:t>Guiding Patterns &amp; Principles</a:t>
            </a:r>
          </a:p>
        </p:txBody>
      </p:sp>
      <p:sp>
        <p:nvSpPr>
          <p:cNvPr id="10" name="Title 1">
            <a:extLst>
              <a:ext uri="{FF2B5EF4-FFF2-40B4-BE49-F238E27FC236}">
                <a16:creationId xmlns:a16="http://schemas.microsoft.com/office/drawing/2014/main" id="{82CB0E5B-4C19-188C-5CD5-F7A5C3A151B9}"/>
              </a:ext>
            </a:extLst>
          </p:cNvPr>
          <p:cNvSpPr>
            <a:spLocks noGrp="1"/>
          </p:cNvSpPr>
          <p:nvPr>
            <p:ph type="title"/>
          </p:nvPr>
        </p:nvSpPr>
        <p:spPr>
          <a:xfrm>
            <a:off x="498472" y="423335"/>
            <a:ext cx="4258585" cy="555729"/>
          </a:xfrm>
        </p:spPr>
        <p:txBody>
          <a:bodyPr vert="horz" wrap="square" lIns="0" tIns="0" rIns="0" bIns="0" rtlCol="0" anchor="t">
            <a:normAutofit/>
          </a:bodyPr>
          <a:lstStyle/>
          <a:p>
            <a:pPr>
              <a:lnSpc>
                <a:spcPct val="90000"/>
              </a:lnSpc>
            </a:pPr>
            <a:r>
              <a:rPr lang="en-US" sz="3200" dirty="0">
                <a:solidFill>
                  <a:schemeClr val="accent2"/>
                </a:solidFill>
                <a:latin typeface="Calibri Light" panose="020F0302020204030204" pitchFamily="34" charset="0"/>
                <a:cs typeface="Calibri Light" panose="020F0302020204030204" pitchFamily="34" charset="0"/>
              </a:rPr>
              <a:t>Expected Outcomes</a:t>
            </a:r>
          </a:p>
        </p:txBody>
      </p:sp>
    </p:spTree>
    <p:extLst>
      <p:ext uri="{BB962C8B-B14F-4D97-AF65-F5344CB8AC3E}">
        <p14:creationId xmlns:p14="http://schemas.microsoft.com/office/powerpoint/2010/main" val="2239198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9360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B1A04-149F-483B-9C36-B2E8E6079125}"/>
              </a:ext>
            </a:extLst>
          </p:cNvPr>
          <p:cNvSpPr>
            <a:spLocks noGrp="1"/>
          </p:cNvSpPr>
          <p:nvPr>
            <p:ph type="title"/>
          </p:nvPr>
        </p:nvSpPr>
        <p:spPr>
          <a:xfrm>
            <a:off x="2356701" y="2875002"/>
            <a:ext cx="4545749" cy="1107996"/>
          </a:xfrm>
        </p:spPr>
        <p:txBody>
          <a:bodyPr/>
          <a:lstStyle/>
          <a:p>
            <a:r>
              <a:rPr lang="en-US"/>
              <a:t>Thank you!</a:t>
            </a:r>
          </a:p>
        </p:txBody>
      </p:sp>
    </p:spTree>
    <p:extLst>
      <p:ext uri="{BB962C8B-B14F-4D97-AF65-F5344CB8AC3E}">
        <p14:creationId xmlns:p14="http://schemas.microsoft.com/office/powerpoint/2010/main" val="1475845721"/>
      </p:ext>
    </p:extLst>
  </p:cSld>
  <p:clrMapOvr>
    <a:masterClrMapping/>
  </p:clrMapOvr>
</p:sld>
</file>

<file path=ppt/theme/theme1.xml><?xml version="1.0" encoding="utf-8"?>
<a:theme xmlns:a="http://schemas.openxmlformats.org/drawingml/2006/main" name="EPAM Master 2021.2">
  <a:themeElements>
    <a:clrScheme name="Custom 3">
      <a:dk1>
        <a:srgbClr val="222222"/>
      </a:dk1>
      <a:lt1>
        <a:srgbClr val="FFFFFF"/>
      </a:lt1>
      <a:dk2>
        <a:srgbClr val="A0A0A0"/>
      </a:dk2>
      <a:lt2>
        <a:srgbClr val="F6F6F6"/>
      </a:lt2>
      <a:accent1>
        <a:srgbClr val="222222"/>
      </a:accent1>
      <a:accent2>
        <a:srgbClr val="76CDD8"/>
      </a:accent2>
      <a:accent3>
        <a:srgbClr val="FFC000"/>
      </a:accent3>
      <a:accent4>
        <a:srgbClr val="445464"/>
      </a:accent4>
      <a:accent5>
        <a:srgbClr val="008ACE"/>
      </a:accent5>
      <a:accent6>
        <a:srgbClr val="38C2D7"/>
      </a:accent6>
      <a:hlink>
        <a:srgbClr val="76CDD8"/>
      </a:hlink>
      <a:folHlink>
        <a:srgbClr val="A0A0A0"/>
      </a:folHlink>
    </a:clrScheme>
    <a:fontScheme name="EPAM">
      <a:majorFont>
        <a:latin typeface="Calibri Bold"/>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square" lIns="0" tIns="0" rIns="0" bIns="0" rtlCol="0" anchor="ctr"/>
      <a:lstStyle>
        <a:defPPr algn="ctr">
          <a:defRPr sz="2400" dirty="0"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square" lIns="0" tIns="0" rIns="0" bIns="0">
        <a:spAutoFit/>
      </a:bodyPr>
      <a:lstStyle>
        <a:defPPr algn="l">
          <a:defRPr dirty="0" smtClean="0"/>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83fc2c05-5e6b-475b-bbef-6b56fc7ecd8c">
      <UserInfo>
        <DisplayName>Ankita Bara</DisplayName>
        <AccountId>17</AccountId>
        <AccountType/>
      </UserInfo>
    </SharedWithUsers>
    <lcf76f155ced4ddcb4097134ff3c332f xmlns="537c4134-b21d-4e42-8211-320978d36653">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DC0A76732CBA640A5AD4D3CFBE23375" ma:contentTypeVersion="14" ma:contentTypeDescription="Create a new document." ma:contentTypeScope="" ma:versionID="aaf71713664c857ae8406d98f04b5570">
  <xsd:schema xmlns:xsd="http://www.w3.org/2001/XMLSchema" xmlns:xs="http://www.w3.org/2001/XMLSchema" xmlns:p="http://schemas.microsoft.com/office/2006/metadata/properties" xmlns:ns2="537c4134-b21d-4e42-8211-320978d36653" xmlns:ns3="83fc2c05-5e6b-475b-bbef-6b56fc7ecd8c" targetNamespace="http://schemas.microsoft.com/office/2006/metadata/properties" ma:root="true" ma:fieldsID="32771d02e687ab5603323090a02ef14d" ns2:_="" ns3:_="">
    <xsd:import namespace="537c4134-b21d-4e42-8211-320978d36653"/>
    <xsd:import namespace="83fc2c05-5e6b-475b-bbef-6b56fc7ecd8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LengthInSeconds" minOccurs="0"/>
                <xsd:element ref="ns2:lcf76f155ced4ddcb4097134ff3c332f"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7c4134-b21d-4e42-8211-320978d366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debda6a7-6b37-4000-ac6c-4fd0a963898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3fc2c05-5e6b-475b-bbef-6b56fc7ecd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988F095-8763-4476-A661-0F620BC6EBF5}">
  <ds:schemaRefs>
    <ds:schemaRef ds:uri="http://schemas.microsoft.com/office/2006/metadata/properties"/>
    <ds:schemaRef ds:uri="http://www.w3.org/XML/1998/namespace"/>
    <ds:schemaRef ds:uri="537c4134-b21d-4e42-8211-320978d36653"/>
    <ds:schemaRef ds:uri="http://purl.org/dc/terms/"/>
    <ds:schemaRef ds:uri="http://purl.org/dc/elements/1.1/"/>
    <ds:schemaRef ds:uri="http://schemas.microsoft.com/office/infopath/2007/PartnerControls"/>
    <ds:schemaRef ds:uri="83fc2c05-5e6b-475b-bbef-6b56fc7ecd8c"/>
    <ds:schemaRef ds:uri="http://schemas.microsoft.com/office/2006/documentManagement/types"/>
    <ds:schemaRef ds:uri="http://schemas.openxmlformats.org/package/2006/metadata/core-properties"/>
    <ds:schemaRef ds:uri="http://purl.org/dc/dcmitype/"/>
  </ds:schemaRefs>
</ds:datastoreItem>
</file>

<file path=customXml/itemProps2.xml><?xml version="1.0" encoding="utf-8"?>
<ds:datastoreItem xmlns:ds="http://schemas.openxmlformats.org/officeDocument/2006/customXml" ds:itemID="{FB018D2D-9A4E-4ACF-B69E-C351BCB6C38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37c4134-b21d-4e42-8211-320978d36653"/>
    <ds:schemaRef ds:uri="83fc2c05-5e6b-475b-bbef-6b56fc7ecd8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47DF665-A7BA-439B-A97C-31094BDB4E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2436</TotalTime>
  <Words>571</Words>
  <Application>Microsoft Macintosh PowerPoint</Application>
  <PresentationFormat>Widescreen</PresentationFormat>
  <Paragraphs>57</Paragraphs>
  <Slides>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Calibri</vt:lpstr>
      <vt:lpstr>Calibri Bold</vt:lpstr>
      <vt:lpstr>Calibri Light</vt:lpstr>
      <vt:lpstr>Symbol</vt:lpstr>
      <vt:lpstr>Times New Roman</vt:lpstr>
      <vt:lpstr>EPAM Master 2021.2</vt:lpstr>
      <vt:lpstr>PowerPoint Presentation</vt:lpstr>
      <vt:lpstr>Smart Hospital ICU Management System</vt:lpstr>
      <vt:lpstr>PowerPoint Presentation</vt:lpstr>
      <vt:lpstr>Requirements</vt:lpstr>
      <vt:lpstr>Extended requirements</vt:lpstr>
      <vt:lpstr>Expected Outcomes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Palina Vilava</dc:creator>
  <cp:lastModifiedBy>SivaSankar Muthusamy</cp:lastModifiedBy>
  <cp:revision>10</cp:revision>
  <dcterms:created xsi:type="dcterms:W3CDTF">2020-10-26T14:33:58Z</dcterms:created>
  <dcterms:modified xsi:type="dcterms:W3CDTF">2026-01-29T04:08:55Z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0x010100CDC0A76732CBA640A5AD4D3CFBE23375</vt:lpwstr>
  </property>
  <property fmtid="{D5CDD505-2E9C-101B-9397-08002B2CF9AE}" pid="3" name="SharedWithUsers">
    <vt:lpwstr>364;#Ram Naresh;#536;#Udaya Pellete;#1397;#Anitha Pallagolla;#2590;#Balaswamy Gunnam</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lpwstr/>
  </property>
  <property fmtid="{D5CDD505-2E9C-101B-9397-08002B2CF9AE}" pid="10" name="MSIP_Label_2a535040-0af2-483f-adc3-a132c21e3e2b_Enabled">
    <vt:lpwstr>true</vt:lpwstr>
  </property>
  <property fmtid="{D5CDD505-2E9C-101B-9397-08002B2CF9AE}" pid="11" name="MSIP_Label_2a535040-0af2-483f-adc3-a132c21e3e2b_SetDate">
    <vt:lpwstr>2022-09-29T12:08:32Z</vt:lpwstr>
  </property>
  <property fmtid="{D5CDD505-2E9C-101B-9397-08002B2CF9AE}" pid="12" name="MSIP_Label_2a535040-0af2-483f-adc3-a132c21e3e2b_Method">
    <vt:lpwstr>Standard</vt:lpwstr>
  </property>
  <property fmtid="{D5CDD505-2E9C-101B-9397-08002B2CF9AE}" pid="13" name="MSIP_Label_2a535040-0af2-483f-adc3-a132c21e3e2b_Name">
    <vt:lpwstr>EPAM_Confidential</vt:lpwstr>
  </property>
  <property fmtid="{D5CDD505-2E9C-101B-9397-08002B2CF9AE}" pid="14" name="MSIP_Label_2a535040-0af2-483f-adc3-a132c21e3e2b_SiteId">
    <vt:lpwstr>b41b72d0-4e9f-4c26-8a69-f949f367c91d</vt:lpwstr>
  </property>
  <property fmtid="{D5CDD505-2E9C-101B-9397-08002B2CF9AE}" pid="15" name="MSIP_Label_2a535040-0af2-483f-adc3-a132c21e3e2b_ActionId">
    <vt:lpwstr>bee5880b-234c-46aa-8ebe-865b686e796e</vt:lpwstr>
  </property>
  <property fmtid="{D5CDD505-2E9C-101B-9397-08002B2CF9AE}" pid="16" name="MSIP_Label_2a535040-0af2-483f-adc3-a132c21e3e2b_ContentBits">
    <vt:lpwstr>0</vt:lpwstr>
  </property>
  <property fmtid="{D5CDD505-2E9C-101B-9397-08002B2CF9AE}" pid="17" name="MediaServiceImageTags">
    <vt:lpwstr/>
  </property>
</Properties>
</file>